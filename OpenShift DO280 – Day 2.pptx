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2" r:id="rId3"/>
    <p:sldId id="287" r:id="rId4"/>
    <p:sldId id="288" r:id="rId5"/>
    <p:sldId id="273" r:id="rId6"/>
    <p:sldId id="274" r:id="rId7"/>
    <p:sldId id="275" r:id="rId8"/>
    <p:sldId id="276" r:id="rId9"/>
    <p:sldId id="277" r:id="rId10"/>
    <p:sldId id="289" r:id="rId11"/>
    <p:sldId id="278" r:id="rId12"/>
    <p:sldId id="279" r:id="rId13"/>
    <p:sldId id="280" r:id="rId14"/>
    <p:sldId id="290" r:id="rId15"/>
    <p:sldId id="281" r:id="rId16"/>
    <p:sldId id="282" r:id="rId17"/>
    <p:sldId id="28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61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F64AAD-C6F2-4AFB-B19F-D89A7A48EF6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91E7F90-E93B-4123-94B2-5BC41947BF86}">
      <dgm:prSet/>
      <dgm:spPr/>
      <dgm:t>
        <a:bodyPr/>
        <a:lstStyle/>
        <a:p>
          <a:r>
            <a:rPr lang="en-US" b="0" i="0" baseline="0"/>
            <a:t>OpenShift Architecture (Masters vs Workers) </a:t>
          </a:r>
          <a:endParaRPr lang="en-US"/>
        </a:p>
      </dgm:t>
    </dgm:pt>
    <dgm:pt modelId="{97506C09-53DF-4724-ADFE-B577C9AB436D}" type="parTrans" cxnId="{0D2A16AA-86F9-423D-93CF-5224CE31C76A}">
      <dgm:prSet/>
      <dgm:spPr/>
      <dgm:t>
        <a:bodyPr/>
        <a:lstStyle/>
        <a:p>
          <a:endParaRPr lang="en-US"/>
        </a:p>
      </dgm:t>
    </dgm:pt>
    <dgm:pt modelId="{765C1B81-5BDB-4C08-B3DC-4ADF8F00E41F}" type="sibTrans" cxnId="{0D2A16AA-86F9-423D-93CF-5224CE31C76A}">
      <dgm:prSet/>
      <dgm:spPr/>
      <dgm:t>
        <a:bodyPr/>
        <a:lstStyle/>
        <a:p>
          <a:endParaRPr lang="en-US"/>
        </a:p>
      </dgm:t>
    </dgm:pt>
    <dgm:pt modelId="{5CF3884F-2D6E-4595-B18D-4B818056D57C}">
      <dgm:prSet/>
      <dgm:spPr/>
      <dgm:t>
        <a:bodyPr/>
        <a:lstStyle/>
        <a:p>
          <a:r>
            <a:rPr lang="en-US" b="0" i="0" baseline="0"/>
            <a:t>CLI (oc) and Web Console </a:t>
          </a:r>
          <a:endParaRPr lang="en-US"/>
        </a:p>
      </dgm:t>
    </dgm:pt>
    <dgm:pt modelId="{EA87181F-297B-44DC-87E3-26961018459C}" type="parTrans" cxnId="{51233269-2DB2-4089-B033-375BF429F3BF}">
      <dgm:prSet/>
      <dgm:spPr/>
      <dgm:t>
        <a:bodyPr/>
        <a:lstStyle/>
        <a:p>
          <a:endParaRPr lang="en-US"/>
        </a:p>
      </dgm:t>
    </dgm:pt>
    <dgm:pt modelId="{27532E44-EC41-471D-8FFC-A79554419B3B}" type="sibTrans" cxnId="{51233269-2DB2-4089-B033-375BF429F3BF}">
      <dgm:prSet/>
      <dgm:spPr/>
      <dgm:t>
        <a:bodyPr/>
        <a:lstStyle/>
        <a:p>
          <a:endParaRPr lang="en-US"/>
        </a:p>
      </dgm:t>
    </dgm:pt>
    <dgm:pt modelId="{0BA8293F-8257-453C-B524-4C1610543E78}">
      <dgm:prSet/>
      <dgm:spPr/>
      <dgm:t>
        <a:bodyPr/>
        <a:lstStyle/>
        <a:p>
          <a:r>
            <a:rPr lang="en-US" b="0" i="0" baseline="0"/>
            <a:t>Imperative vs Declarative </a:t>
          </a:r>
          <a:endParaRPr lang="en-US"/>
        </a:p>
      </dgm:t>
    </dgm:pt>
    <dgm:pt modelId="{55B3FA4A-C6FB-4AB4-A0D7-D1DFF5C8F176}" type="parTrans" cxnId="{42887B13-A264-47B1-84CA-3D8C8398729C}">
      <dgm:prSet/>
      <dgm:spPr/>
      <dgm:t>
        <a:bodyPr/>
        <a:lstStyle/>
        <a:p>
          <a:endParaRPr lang="en-US"/>
        </a:p>
      </dgm:t>
    </dgm:pt>
    <dgm:pt modelId="{E30A4A14-6D40-4E62-B5D7-1A9A2D1E10B4}" type="sibTrans" cxnId="{42887B13-A264-47B1-84CA-3D8C8398729C}">
      <dgm:prSet/>
      <dgm:spPr/>
      <dgm:t>
        <a:bodyPr/>
        <a:lstStyle/>
        <a:p>
          <a:endParaRPr lang="en-US"/>
        </a:p>
      </dgm:t>
    </dgm:pt>
    <dgm:pt modelId="{185ACE58-FE28-42A5-A2FD-EBA7B36A76E3}">
      <dgm:prSet/>
      <dgm:spPr/>
      <dgm:t>
        <a:bodyPr/>
        <a:lstStyle/>
        <a:p>
          <a:r>
            <a:rPr lang="en-US" b="0" i="0" baseline="0"/>
            <a:t>Deployments, Services, Routes </a:t>
          </a:r>
          <a:endParaRPr lang="en-US"/>
        </a:p>
      </dgm:t>
    </dgm:pt>
    <dgm:pt modelId="{EB313F80-D13C-4968-AA4B-431CABA56EDD}" type="parTrans" cxnId="{B122A301-BBBB-4DEB-8BA1-F444886F8372}">
      <dgm:prSet/>
      <dgm:spPr/>
      <dgm:t>
        <a:bodyPr/>
        <a:lstStyle/>
        <a:p>
          <a:endParaRPr lang="en-US"/>
        </a:p>
      </dgm:t>
    </dgm:pt>
    <dgm:pt modelId="{EEEAB9F9-E1B8-4985-8645-940F3F86BE42}" type="sibTrans" cxnId="{B122A301-BBBB-4DEB-8BA1-F444886F8372}">
      <dgm:prSet/>
      <dgm:spPr/>
      <dgm:t>
        <a:bodyPr/>
        <a:lstStyle/>
        <a:p>
          <a:endParaRPr lang="en-US"/>
        </a:p>
      </dgm:t>
    </dgm:pt>
    <dgm:pt modelId="{F69FA880-FC1E-458B-B803-50581447E620}">
      <dgm:prSet/>
      <dgm:spPr/>
      <dgm:t>
        <a:bodyPr/>
        <a:lstStyle/>
        <a:p>
          <a:r>
            <a:rPr lang="en-US" b="0" i="0" baseline="0" dirty="0" err="1"/>
            <a:t>ConfigMaps</a:t>
          </a:r>
          <a:r>
            <a:rPr lang="en-US" b="0" i="0" baseline="0" dirty="0"/>
            <a:t> &amp; Secrets </a:t>
          </a:r>
          <a:endParaRPr lang="en-US" dirty="0"/>
        </a:p>
      </dgm:t>
    </dgm:pt>
    <dgm:pt modelId="{DBA70728-B8AB-466C-973A-8E99DD4765DC}" type="parTrans" cxnId="{08FA1FDE-2914-42BA-915E-4229C591498D}">
      <dgm:prSet/>
      <dgm:spPr/>
      <dgm:t>
        <a:bodyPr/>
        <a:lstStyle/>
        <a:p>
          <a:endParaRPr lang="en-US"/>
        </a:p>
      </dgm:t>
    </dgm:pt>
    <dgm:pt modelId="{B9174D42-3D2C-4345-A986-A5F53B109415}" type="sibTrans" cxnId="{08FA1FDE-2914-42BA-915E-4229C591498D}">
      <dgm:prSet/>
      <dgm:spPr/>
      <dgm:t>
        <a:bodyPr/>
        <a:lstStyle/>
        <a:p>
          <a:endParaRPr lang="en-US"/>
        </a:p>
      </dgm:t>
    </dgm:pt>
    <dgm:pt modelId="{CF76237C-7D6E-41E1-8ACE-BB4C8770F05F}">
      <dgm:prSet/>
      <dgm:spPr/>
      <dgm:t>
        <a:bodyPr/>
        <a:lstStyle/>
        <a:p>
          <a:r>
            <a:rPr lang="en-US" b="0" i="0" baseline="0" dirty="0"/>
            <a:t>Troubleshooting basics (pods, logs, describe) </a:t>
          </a:r>
          <a:endParaRPr lang="en-US" dirty="0"/>
        </a:p>
      </dgm:t>
    </dgm:pt>
    <dgm:pt modelId="{57A96DFD-0741-4373-B769-C56B8ECEF14B}" type="parTrans" cxnId="{2DCFC4D0-ACF0-471B-87B8-F889AA75ACE6}">
      <dgm:prSet/>
      <dgm:spPr/>
      <dgm:t>
        <a:bodyPr/>
        <a:lstStyle/>
        <a:p>
          <a:endParaRPr lang="en-US"/>
        </a:p>
      </dgm:t>
    </dgm:pt>
    <dgm:pt modelId="{B15595E1-FFDC-4887-AEB6-D7A88EA9D52A}" type="sibTrans" cxnId="{2DCFC4D0-ACF0-471B-87B8-F889AA75ACE6}">
      <dgm:prSet/>
      <dgm:spPr/>
      <dgm:t>
        <a:bodyPr/>
        <a:lstStyle/>
        <a:p>
          <a:endParaRPr lang="en-US"/>
        </a:p>
      </dgm:t>
    </dgm:pt>
    <dgm:pt modelId="{84B1D142-D8EC-418D-A0C8-BE71222CE195}" type="pres">
      <dgm:prSet presAssocID="{30F64AAD-C6F2-4AFB-B19F-D89A7A48EF60}" presName="vert0" presStyleCnt="0">
        <dgm:presLayoutVars>
          <dgm:dir/>
          <dgm:animOne val="branch"/>
          <dgm:animLvl val="lvl"/>
        </dgm:presLayoutVars>
      </dgm:prSet>
      <dgm:spPr/>
    </dgm:pt>
    <dgm:pt modelId="{B46D4C32-B85D-4CB5-9047-47949D2212CD}" type="pres">
      <dgm:prSet presAssocID="{D91E7F90-E93B-4123-94B2-5BC41947BF86}" presName="thickLine" presStyleLbl="alignNode1" presStyleIdx="0" presStyleCnt="6"/>
      <dgm:spPr/>
    </dgm:pt>
    <dgm:pt modelId="{8D26915E-3310-4DDA-B49E-A3AF1E4B1051}" type="pres">
      <dgm:prSet presAssocID="{D91E7F90-E93B-4123-94B2-5BC41947BF86}" presName="horz1" presStyleCnt="0"/>
      <dgm:spPr/>
    </dgm:pt>
    <dgm:pt modelId="{ED7F5535-D939-441B-84BA-D4AAF9BC5227}" type="pres">
      <dgm:prSet presAssocID="{D91E7F90-E93B-4123-94B2-5BC41947BF86}" presName="tx1" presStyleLbl="revTx" presStyleIdx="0" presStyleCnt="6"/>
      <dgm:spPr/>
    </dgm:pt>
    <dgm:pt modelId="{CC8D0C6B-C4CB-4EB8-87DC-88229C5C0476}" type="pres">
      <dgm:prSet presAssocID="{D91E7F90-E93B-4123-94B2-5BC41947BF86}" presName="vert1" presStyleCnt="0"/>
      <dgm:spPr/>
    </dgm:pt>
    <dgm:pt modelId="{85414F36-A79B-43FA-A4E6-F8724B0D3AF9}" type="pres">
      <dgm:prSet presAssocID="{5CF3884F-2D6E-4595-B18D-4B818056D57C}" presName="thickLine" presStyleLbl="alignNode1" presStyleIdx="1" presStyleCnt="6"/>
      <dgm:spPr/>
    </dgm:pt>
    <dgm:pt modelId="{228DD5FF-0734-41A8-BD81-9BA625F5C89D}" type="pres">
      <dgm:prSet presAssocID="{5CF3884F-2D6E-4595-B18D-4B818056D57C}" presName="horz1" presStyleCnt="0"/>
      <dgm:spPr/>
    </dgm:pt>
    <dgm:pt modelId="{E710E315-F27F-4203-8C6B-64221F7F80C5}" type="pres">
      <dgm:prSet presAssocID="{5CF3884F-2D6E-4595-B18D-4B818056D57C}" presName="tx1" presStyleLbl="revTx" presStyleIdx="1" presStyleCnt="6"/>
      <dgm:spPr/>
    </dgm:pt>
    <dgm:pt modelId="{C1DA261D-A2A2-427E-B610-C5A84705230B}" type="pres">
      <dgm:prSet presAssocID="{5CF3884F-2D6E-4595-B18D-4B818056D57C}" presName="vert1" presStyleCnt="0"/>
      <dgm:spPr/>
    </dgm:pt>
    <dgm:pt modelId="{B5283162-9A1A-4F73-A2BF-E9ED94DCC24D}" type="pres">
      <dgm:prSet presAssocID="{0BA8293F-8257-453C-B524-4C1610543E78}" presName="thickLine" presStyleLbl="alignNode1" presStyleIdx="2" presStyleCnt="6"/>
      <dgm:spPr/>
    </dgm:pt>
    <dgm:pt modelId="{2108155D-1301-4566-8A8D-3035E9D9F2FA}" type="pres">
      <dgm:prSet presAssocID="{0BA8293F-8257-453C-B524-4C1610543E78}" presName="horz1" presStyleCnt="0"/>
      <dgm:spPr/>
    </dgm:pt>
    <dgm:pt modelId="{B0D8DE86-6DA8-4AA5-97CA-D0A5A90DC164}" type="pres">
      <dgm:prSet presAssocID="{0BA8293F-8257-453C-B524-4C1610543E78}" presName="tx1" presStyleLbl="revTx" presStyleIdx="2" presStyleCnt="6"/>
      <dgm:spPr/>
    </dgm:pt>
    <dgm:pt modelId="{200A5D8D-AB75-4C77-8097-55C813B61C78}" type="pres">
      <dgm:prSet presAssocID="{0BA8293F-8257-453C-B524-4C1610543E78}" presName="vert1" presStyleCnt="0"/>
      <dgm:spPr/>
    </dgm:pt>
    <dgm:pt modelId="{FD31C3E7-809F-46B9-B563-FF3A983419C6}" type="pres">
      <dgm:prSet presAssocID="{185ACE58-FE28-42A5-A2FD-EBA7B36A76E3}" presName="thickLine" presStyleLbl="alignNode1" presStyleIdx="3" presStyleCnt="6"/>
      <dgm:spPr/>
    </dgm:pt>
    <dgm:pt modelId="{58E33607-52FA-4412-A19A-81AF12B8F5A7}" type="pres">
      <dgm:prSet presAssocID="{185ACE58-FE28-42A5-A2FD-EBA7B36A76E3}" presName="horz1" presStyleCnt="0"/>
      <dgm:spPr/>
    </dgm:pt>
    <dgm:pt modelId="{1C093085-34F4-452E-A2DB-66C34B9B0AA4}" type="pres">
      <dgm:prSet presAssocID="{185ACE58-FE28-42A5-A2FD-EBA7B36A76E3}" presName="tx1" presStyleLbl="revTx" presStyleIdx="3" presStyleCnt="6"/>
      <dgm:spPr/>
    </dgm:pt>
    <dgm:pt modelId="{06613BF1-E3F3-46E1-97E5-8FD838A6C253}" type="pres">
      <dgm:prSet presAssocID="{185ACE58-FE28-42A5-A2FD-EBA7B36A76E3}" presName="vert1" presStyleCnt="0"/>
      <dgm:spPr/>
    </dgm:pt>
    <dgm:pt modelId="{C8A99D39-71CD-4090-A01A-E425FBE31661}" type="pres">
      <dgm:prSet presAssocID="{F69FA880-FC1E-458B-B803-50581447E620}" presName="thickLine" presStyleLbl="alignNode1" presStyleIdx="4" presStyleCnt="6"/>
      <dgm:spPr/>
    </dgm:pt>
    <dgm:pt modelId="{7E687B71-7489-4231-837A-709528C8E2E0}" type="pres">
      <dgm:prSet presAssocID="{F69FA880-FC1E-458B-B803-50581447E620}" presName="horz1" presStyleCnt="0"/>
      <dgm:spPr/>
    </dgm:pt>
    <dgm:pt modelId="{7CCC6638-B01B-41A5-9925-3A120CE6ED2A}" type="pres">
      <dgm:prSet presAssocID="{F69FA880-FC1E-458B-B803-50581447E620}" presName="tx1" presStyleLbl="revTx" presStyleIdx="4" presStyleCnt="6"/>
      <dgm:spPr/>
    </dgm:pt>
    <dgm:pt modelId="{BEA95A83-1783-44C4-98AA-B33FBFB5A1D3}" type="pres">
      <dgm:prSet presAssocID="{F69FA880-FC1E-458B-B803-50581447E620}" presName="vert1" presStyleCnt="0"/>
      <dgm:spPr/>
    </dgm:pt>
    <dgm:pt modelId="{B8B3BDBD-9C5A-4CC9-A492-855B72C4E0A0}" type="pres">
      <dgm:prSet presAssocID="{CF76237C-7D6E-41E1-8ACE-BB4C8770F05F}" presName="thickLine" presStyleLbl="alignNode1" presStyleIdx="5" presStyleCnt="6"/>
      <dgm:spPr/>
    </dgm:pt>
    <dgm:pt modelId="{07CF67C9-DE3D-4A44-B674-2373106497E6}" type="pres">
      <dgm:prSet presAssocID="{CF76237C-7D6E-41E1-8ACE-BB4C8770F05F}" presName="horz1" presStyleCnt="0"/>
      <dgm:spPr/>
    </dgm:pt>
    <dgm:pt modelId="{A0CB3DAC-0D4A-4347-9066-3405B66E4B03}" type="pres">
      <dgm:prSet presAssocID="{CF76237C-7D6E-41E1-8ACE-BB4C8770F05F}" presName="tx1" presStyleLbl="revTx" presStyleIdx="5" presStyleCnt="6"/>
      <dgm:spPr/>
    </dgm:pt>
    <dgm:pt modelId="{9E6A5E51-1B00-49E2-977D-1F5FA9A5D78B}" type="pres">
      <dgm:prSet presAssocID="{CF76237C-7D6E-41E1-8ACE-BB4C8770F05F}" presName="vert1" presStyleCnt="0"/>
      <dgm:spPr/>
    </dgm:pt>
  </dgm:ptLst>
  <dgm:cxnLst>
    <dgm:cxn modelId="{B122A301-BBBB-4DEB-8BA1-F444886F8372}" srcId="{30F64AAD-C6F2-4AFB-B19F-D89A7A48EF60}" destId="{185ACE58-FE28-42A5-A2FD-EBA7B36A76E3}" srcOrd="3" destOrd="0" parTransId="{EB313F80-D13C-4968-AA4B-431CABA56EDD}" sibTransId="{EEEAB9F9-E1B8-4985-8645-940F3F86BE42}"/>
    <dgm:cxn modelId="{42887B13-A264-47B1-84CA-3D8C8398729C}" srcId="{30F64AAD-C6F2-4AFB-B19F-D89A7A48EF60}" destId="{0BA8293F-8257-453C-B524-4C1610543E78}" srcOrd="2" destOrd="0" parTransId="{55B3FA4A-C6FB-4AB4-A0D7-D1DFF5C8F176}" sibTransId="{E30A4A14-6D40-4E62-B5D7-1A9A2D1E10B4}"/>
    <dgm:cxn modelId="{86E36C1D-448D-4D2D-B087-ACEF4D06BF14}" type="presOf" srcId="{0BA8293F-8257-453C-B524-4C1610543E78}" destId="{B0D8DE86-6DA8-4AA5-97CA-D0A5A90DC164}" srcOrd="0" destOrd="0" presId="urn:microsoft.com/office/officeart/2008/layout/LinedList"/>
    <dgm:cxn modelId="{4383513A-DD69-4053-87AF-10F1FEDBE160}" type="presOf" srcId="{D91E7F90-E93B-4123-94B2-5BC41947BF86}" destId="{ED7F5535-D939-441B-84BA-D4AAF9BC5227}" srcOrd="0" destOrd="0" presId="urn:microsoft.com/office/officeart/2008/layout/LinedList"/>
    <dgm:cxn modelId="{850A7B46-B000-47A1-A57F-5D1632B86E3F}" type="presOf" srcId="{F69FA880-FC1E-458B-B803-50581447E620}" destId="{7CCC6638-B01B-41A5-9925-3A120CE6ED2A}" srcOrd="0" destOrd="0" presId="urn:microsoft.com/office/officeart/2008/layout/LinedList"/>
    <dgm:cxn modelId="{51233269-2DB2-4089-B033-375BF429F3BF}" srcId="{30F64AAD-C6F2-4AFB-B19F-D89A7A48EF60}" destId="{5CF3884F-2D6E-4595-B18D-4B818056D57C}" srcOrd="1" destOrd="0" parTransId="{EA87181F-297B-44DC-87E3-26961018459C}" sibTransId="{27532E44-EC41-471D-8FFC-A79554419B3B}"/>
    <dgm:cxn modelId="{9FFE766C-0EAE-4A1C-A243-4D826F5DDFE4}" type="presOf" srcId="{185ACE58-FE28-42A5-A2FD-EBA7B36A76E3}" destId="{1C093085-34F4-452E-A2DB-66C34B9B0AA4}" srcOrd="0" destOrd="0" presId="urn:microsoft.com/office/officeart/2008/layout/LinedList"/>
    <dgm:cxn modelId="{ADD11C4D-2272-415C-AAA0-B80A2EB591A2}" type="presOf" srcId="{5CF3884F-2D6E-4595-B18D-4B818056D57C}" destId="{E710E315-F27F-4203-8C6B-64221F7F80C5}" srcOrd="0" destOrd="0" presId="urn:microsoft.com/office/officeart/2008/layout/LinedList"/>
    <dgm:cxn modelId="{0D2A16AA-86F9-423D-93CF-5224CE31C76A}" srcId="{30F64AAD-C6F2-4AFB-B19F-D89A7A48EF60}" destId="{D91E7F90-E93B-4123-94B2-5BC41947BF86}" srcOrd="0" destOrd="0" parTransId="{97506C09-53DF-4724-ADFE-B577C9AB436D}" sibTransId="{765C1B81-5BDB-4C08-B3DC-4ADF8F00E41F}"/>
    <dgm:cxn modelId="{2DCFC4D0-ACF0-471B-87B8-F889AA75ACE6}" srcId="{30F64AAD-C6F2-4AFB-B19F-D89A7A48EF60}" destId="{CF76237C-7D6E-41E1-8ACE-BB4C8770F05F}" srcOrd="5" destOrd="0" parTransId="{57A96DFD-0741-4373-B769-C56B8ECEF14B}" sibTransId="{B15595E1-FFDC-4887-AEB6-D7A88EA9D52A}"/>
    <dgm:cxn modelId="{08FA1FDE-2914-42BA-915E-4229C591498D}" srcId="{30F64AAD-C6F2-4AFB-B19F-D89A7A48EF60}" destId="{F69FA880-FC1E-458B-B803-50581447E620}" srcOrd="4" destOrd="0" parTransId="{DBA70728-B8AB-466C-973A-8E99DD4765DC}" sibTransId="{B9174D42-3D2C-4345-A986-A5F53B109415}"/>
    <dgm:cxn modelId="{9C5BD0F6-3181-43A1-8B6E-6E5696F22195}" type="presOf" srcId="{30F64AAD-C6F2-4AFB-B19F-D89A7A48EF60}" destId="{84B1D142-D8EC-418D-A0C8-BE71222CE195}" srcOrd="0" destOrd="0" presId="urn:microsoft.com/office/officeart/2008/layout/LinedList"/>
    <dgm:cxn modelId="{67649CF9-04D9-4B41-90F4-8385E5CD5489}" type="presOf" srcId="{CF76237C-7D6E-41E1-8ACE-BB4C8770F05F}" destId="{A0CB3DAC-0D4A-4347-9066-3405B66E4B03}" srcOrd="0" destOrd="0" presId="urn:microsoft.com/office/officeart/2008/layout/LinedList"/>
    <dgm:cxn modelId="{E526FCEA-0468-4981-A1DE-33C90AB6E4E3}" type="presParOf" srcId="{84B1D142-D8EC-418D-A0C8-BE71222CE195}" destId="{B46D4C32-B85D-4CB5-9047-47949D2212CD}" srcOrd="0" destOrd="0" presId="urn:microsoft.com/office/officeart/2008/layout/LinedList"/>
    <dgm:cxn modelId="{7DDC36FA-2EAD-4375-AEDA-D8A835B07161}" type="presParOf" srcId="{84B1D142-D8EC-418D-A0C8-BE71222CE195}" destId="{8D26915E-3310-4DDA-B49E-A3AF1E4B1051}" srcOrd="1" destOrd="0" presId="urn:microsoft.com/office/officeart/2008/layout/LinedList"/>
    <dgm:cxn modelId="{EEED2747-5687-43B0-B563-F1874F7CE27A}" type="presParOf" srcId="{8D26915E-3310-4DDA-B49E-A3AF1E4B1051}" destId="{ED7F5535-D939-441B-84BA-D4AAF9BC5227}" srcOrd="0" destOrd="0" presId="urn:microsoft.com/office/officeart/2008/layout/LinedList"/>
    <dgm:cxn modelId="{6B98FA57-7790-4F52-B047-DA80CC1FD676}" type="presParOf" srcId="{8D26915E-3310-4DDA-B49E-A3AF1E4B1051}" destId="{CC8D0C6B-C4CB-4EB8-87DC-88229C5C0476}" srcOrd="1" destOrd="0" presId="urn:microsoft.com/office/officeart/2008/layout/LinedList"/>
    <dgm:cxn modelId="{C6C4507B-D6CB-4916-9FA7-422BD6274F00}" type="presParOf" srcId="{84B1D142-D8EC-418D-A0C8-BE71222CE195}" destId="{85414F36-A79B-43FA-A4E6-F8724B0D3AF9}" srcOrd="2" destOrd="0" presId="urn:microsoft.com/office/officeart/2008/layout/LinedList"/>
    <dgm:cxn modelId="{CEFF7278-A4FF-4956-BD7D-6FAD904CBC1F}" type="presParOf" srcId="{84B1D142-D8EC-418D-A0C8-BE71222CE195}" destId="{228DD5FF-0734-41A8-BD81-9BA625F5C89D}" srcOrd="3" destOrd="0" presId="urn:microsoft.com/office/officeart/2008/layout/LinedList"/>
    <dgm:cxn modelId="{F3AEAB25-F5BC-473B-804C-45BB66AC8694}" type="presParOf" srcId="{228DD5FF-0734-41A8-BD81-9BA625F5C89D}" destId="{E710E315-F27F-4203-8C6B-64221F7F80C5}" srcOrd="0" destOrd="0" presId="urn:microsoft.com/office/officeart/2008/layout/LinedList"/>
    <dgm:cxn modelId="{EFC3EE35-2F3A-4B11-B22C-9125C8BCAE5B}" type="presParOf" srcId="{228DD5FF-0734-41A8-BD81-9BA625F5C89D}" destId="{C1DA261D-A2A2-427E-B610-C5A84705230B}" srcOrd="1" destOrd="0" presId="urn:microsoft.com/office/officeart/2008/layout/LinedList"/>
    <dgm:cxn modelId="{25E0BCB1-3B6E-406D-B739-3DF88757A2B4}" type="presParOf" srcId="{84B1D142-D8EC-418D-A0C8-BE71222CE195}" destId="{B5283162-9A1A-4F73-A2BF-E9ED94DCC24D}" srcOrd="4" destOrd="0" presId="urn:microsoft.com/office/officeart/2008/layout/LinedList"/>
    <dgm:cxn modelId="{C605F310-16C3-49A8-BF10-2192D9D27214}" type="presParOf" srcId="{84B1D142-D8EC-418D-A0C8-BE71222CE195}" destId="{2108155D-1301-4566-8A8D-3035E9D9F2FA}" srcOrd="5" destOrd="0" presId="urn:microsoft.com/office/officeart/2008/layout/LinedList"/>
    <dgm:cxn modelId="{6E9BD19F-25F7-4FD5-B3CE-B85DAF55CEA2}" type="presParOf" srcId="{2108155D-1301-4566-8A8D-3035E9D9F2FA}" destId="{B0D8DE86-6DA8-4AA5-97CA-D0A5A90DC164}" srcOrd="0" destOrd="0" presId="urn:microsoft.com/office/officeart/2008/layout/LinedList"/>
    <dgm:cxn modelId="{F46A15DD-4FF9-4E6C-8AC3-E9EA131CE8B5}" type="presParOf" srcId="{2108155D-1301-4566-8A8D-3035E9D9F2FA}" destId="{200A5D8D-AB75-4C77-8097-55C813B61C78}" srcOrd="1" destOrd="0" presId="urn:microsoft.com/office/officeart/2008/layout/LinedList"/>
    <dgm:cxn modelId="{469D8051-F5E7-423A-9F0D-5C0A186C57C3}" type="presParOf" srcId="{84B1D142-D8EC-418D-A0C8-BE71222CE195}" destId="{FD31C3E7-809F-46B9-B563-FF3A983419C6}" srcOrd="6" destOrd="0" presId="urn:microsoft.com/office/officeart/2008/layout/LinedList"/>
    <dgm:cxn modelId="{62116341-2619-4BDE-B803-EC71133506F0}" type="presParOf" srcId="{84B1D142-D8EC-418D-A0C8-BE71222CE195}" destId="{58E33607-52FA-4412-A19A-81AF12B8F5A7}" srcOrd="7" destOrd="0" presId="urn:microsoft.com/office/officeart/2008/layout/LinedList"/>
    <dgm:cxn modelId="{CB5CAC7F-5821-4F21-9C51-2B4E56F4FECB}" type="presParOf" srcId="{58E33607-52FA-4412-A19A-81AF12B8F5A7}" destId="{1C093085-34F4-452E-A2DB-66C34B9B0AA4}" srcOrd="0" destOrd="0" presId="urn:microsoft.com/office/officeart/2008/layout/LinedList"/>
    <dgm:cxn modelId="{15013132-9398-4A92-B93B-A4DBE458DD10}" type="presParOf" srcId="{58E33607-52FA-4412-A19A-81AF12B8F5A7}" destId="{06613BF1-E3F3-46E1-97E5-8FD838A6C253}" srcOrd="1" destOrd="0" presId="urn:microsoft.com/office/officeart/2008/layout/LinedList"/>
    <dgm:cxn modelId="{4F5DAB24-57A1-482B-801C-2DA9D6308864}" type="presParOf" srcId="{84B1D142-D8EC-418D-A0C8-BE71222CE195}" destId="{C8A99D39-71CD-4090-A01A-E425FBE31661}" srcOrd="8" destOrd="0" presId="urn:microsoft.com/office/officeart/2008/layout/LinedList"/>
    <dgm:cxn modelId="{3619B573-813B-4BDC-97AE-1A5556F20F3D}" type="presParOf" srcId="{84B1D142-D8EC-418D-A0C8-BE71222CE195}" destId="{7E687B71-7489-4231-837A-709528C8E2E0}" srcOrd="9" destOrd="0" presId="urn:microsoft.com/office/officeart/2008/layout/LinedList"/>
    <dgm:cxn modelId="{CF76A4E5-3B82-48BD-8832-CAC580E02113}" type="presParOf" srcId="{7E687B71-7489-4231-837A-709528C8E2E0}" destId="{7CCC6638-B01B-41A5-9925-3A120CE6ED2A}" srcOrd="0" destOrd="0" presId="urn:microsoft.com/office/officeart/2008/layout/LinedList"/>
    <dgm:cxn modelId="{8CDC45C8-EDD1-486A-B915-AD48068ECE63}" type="presParOf" srcId="{7E687B71-7489-4231-837A-709528C8E2E0}" destId="{BEA95A83-1783-44C4-98AA-B33FBFB5A1D3}" srcOrd="1" destOrd="0" presId="urn:microsoft.com/office/officeart/2008/layout/LinedList"/>
    <dgm:cxn modelId="{E9810CD3-ACF1-4466-AA2C-87444B83EF7B}" type="presParOf" srcId="{84B1D142-D8EC-418D-A0C8-BE71222CE195}" destId="{B8B3BDBD-9C5A-4CC9-A492-855B72C4E0A0}" srcOrd="10" destOrd="0" presId="urn:microsoft.com/office/officeart/2008/layout/LinedList"/>
    <dgm:cxn modelId="{752BA111-26FF-44BD-8504-FEB2BFA705AB}" type="presParOf" srcId="{84B1D142-D8EC-418D-A0C8-BE71222CE195}" destId="{07CF67C9-DE3D-4A44-B674-2373106497E6}" srcOrd="11" destOrd="0" presId="urn:microsoft.com/office/officeart/2008/layout/LinedList"/>
    <dgm:cxn modelId="{4CD4E53D-9753-4F8F-B01D-60AEE791C496}" type="presParOf" srcId="{07CF67C9-DE3D-4A44-B674-2373106497E6}" destId="{A0CB3DAC-0D4A-4347-9066-3405B66E4B03}" srcOrd="0" destOrd="0" presId="urn:microsoft.com/office/officeart/2008/layout/LinedList"/>
    <dgm:cxn modelId="{8B02F321-A296-4DA3-B96A-875023FDD171}" type="presParOf" srcId="{07CF67C9-DE3D-4A44-B674-2373106497E6}" destId="{9E6A5E51-1B00-49E2-977D-1F5FA9A5D78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EAC91E-24C6-4B4F-BCF3-E33763C401D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B000D5A-C08A-4A0C-A2F9-667B6AB8ACC0}">
      <dgm:prSet/>
      <dgm:spPr/>
      <dgm:t>
        <a:bodyPr/>
        <a:lstStyle/>
        <a:p>
          <a:pPr>
            <a:defRPr cap="all"/>
          </a:pPr>
          <a:r>
            <a:rPr lang="en-US" b="0" i="0" baseline="0"/>
            <a:t>Any issues with deployments? </a:t>
          </a:r>
          <a:endParaRPr lang="en-US"/>
        </a:p>
      </dgm:t>
    </dgm:pt>
    <dgm:pt modelId="{8FFCE321-C251-423A-BD40-C6BAD625224E}" type="parTrans" cxnId="{9662C912-2830-46CB-9697-AD92F0A6BCA3}">
      <dgm:prSet/>
      <dgm:spPr/>
      <dgm:t>
        <a:bodyPr/>
        <a:lstStyle/>
        <a:p>
          <a:endParaRPr lang="en-US"/>
        </a:p>
      </dgm:t>
    </dgm:pt>
    <dgm:pt modelId="{0B706661-29CD-4504-A2DA-333E97A8D2F3}" type="sibTrans" cxnId="{9662C912-2830-46CB-9697-AD92F0A6BCA3}">
      <dgm:prSet/>
      <dgm:spPr/>
      <dgm:t>
        <a:bodyPr/>
        <a:lstStyle/>
        <a:p>
          <a:endParaRPr lang="en-US"/>
        </a:p>
      </dgm:t>
    </dgm:pt>
    <dgm:pt modelId="{947E6E30-6221-4395-B39B-CE44A91784F2}">
      <dgm:prSet/>
      <dgm:spPr/>
      <dgm:t>
        <a:bodyPr/>
        <a:lstStyle/>
        <a:p>
          <a:pPr>
            <a:defRPr cap="all"/>
          </a:pPr>
          <a:r>
            <a:rPr lang="en-US" b="0" i="0" baseline="0"/>
            <a:t>Was route access clear? </a:t>
          </a:r>
          <a:endParaRPr lang="en-US"/>
        </a:p>
      </dgm:t>
    </dgm:pt>
    <dgm:pt modelId="{DE7FD429-2835-47B2-9676-0DCE167446FB}" type="parTrans" cxnId="{955CBBBB-C3D0-4AFE-A512-B65649AC0502}">
      <dgm:prSet/>
      <dgm:spPr/>
      <dgm:t>
        <a:bodyPr/>
        <a:lstStyle/>
        <a:p>
          <a:endParaRPr lang="en-US"/>
        </a:p>
      </dgm:t>
    </dgm:pt>
    <dgm:pt modelId="{372E8A81-15AF-4C1B-953D-9B58FA744D40}" type="sibTrans" cxnId="{955CBBBB-C3D0-4AFE-A512-B65649AC0502}">
      <dgm:prSet/>
      <dgm:spPr/>
      <dgm:t>
        <a:bodyPr/>
        <a:lstStyle/>
        <a:p>
          <a:endParaRPr lang="en-US"/>
        </a:p>
      </dgm:t>
    </dgm:pt>
    <dgm:pt modelId="{0D742147-7C34-4E38-BB47-E3888CF22954}">
      <dgm:prSet/>
      <dgm:spPr/>
      <dgm:t>
        <a:bodyPr/>
        <a:lstStyle/>
        <a:p>
          <a:pPr>
            <a:defRPr cap="all"/>
          </a:pPr>
          <a:r>
            <a:rPr lang="en-US" b="0" i="0" baseline="0"/>
            <a:t>Any confusion on YAML? </a:t>
          </a:r>
          <a:endParaRPr lang="en-US"/>
        </a:p>
      </dgm:t>
    </dgm:pt>
    <dgm:pt modelId="{DDE59660-F9D6-4CB7-9A9D-4AA9ACCA9B45}" type="parTrans" cxnId="{866BF029-73E8-4906-9949-37B70ED4A859}">
      <dgm:prSet/>
      <dgm:spPr/>
      <dgm:t>
        <a:bodyPr/>
        <a:lstStyle/>
        <a:p>
          <a:endParaRPr lang="en-US"/>
        </a:p>
      </dgm:t>
    </dgm:pt>
    <dgm:pt modelId="{8B2733B7-28F5-4FA0-B2BD-F6E900095A8D}" type="sibTrans" cxnId="{866BF029-73E8-4906-9949-37B70ED4A859}">
      <dgm:prSet/>
      <dgm:spPr/>
      <dgm:t>
        <a:bodyPr/>
        <a:lstStyle/>
        <a:p>
          <a:endParaRPr lang="en-US"/>
        </a:p>
      </dgm:t>
    </dgm:pt>
    <dgm:pt modelId="{A9523AE9-DF7C-49AA-93C4-F87AA685E32C}" type="pres">
      <dgm:prSet presAssocID="{52EAC91E-24C6-4B4F-BCF3-E33763C401D8}" presName="root" presStyleCnt="0">
        <dgm:presLayoutVars>
          <dgm:dir/>
          <dgm:resizeHandles val="exact"/>
        </dgm:presLayoutVars>
      </dgm:prSet>
      <dgm:spPr/>
    </dgm:pt>
    <dgm:pt modelId="{F20DDC8F-5077-4CF5-9812-CA5B882E480A}" type="pres">
      <dgm:prSet presAssocID="{FB000D5A-C08A-4A0C-A2F9-667B6AB8ACC0}" presName="compNode" presStyleCnt="0"/>
      <dgm:spPr/>
    </dgm:pt>
    <dgm:pt modelId="{4EF7EB32-6AA8-448D-8B15-F2388EA6EA40}" type="pres">
      <dgm:prSet presAssocID="{FB000D5A-C08A-4A0C-A2F9-667B6AB8ACC0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03420E9-081D-48FC-8DBF-1D553B31D47D}" type="pres">
      <dgm:prSet presAssocID="{FB000D5A-C08A-4A0C-A2F9-667B6AB8ACC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9B7BD63-980F-41AF-A4A6-A3A4AB2001F9}" type="pres">
      <dgm:prSet presAssocID="{FB000D5A-C08A-4A0C-A2F9-667B6AB8ACC0}" presName="spaceRect" presStyleCnt="0"/>
      <dgm:spPr/>
    </dgm:pt>
    <dgm:pt modelId="{C250D2B2-7B9E-4447-A385-0F5144BA1B21}" type="pres">
      <dgm:prSet presAssocID="{FB000D5A-C08A-4A0C-A2F9-667B6AB8ACC0}" presName="textRect" presStyleLbl="revTx" presStyleIdx="0" presStyleCnt="3">
        <dgm:presLayoutVars>
          <dgm:chMax val="1"/>
          <dgm:chPref val="1"/>
        </dgm:presLayoutVars>
      </dgm:prSet>
      <dgm:spPr/>
    </dgm:pt>
    <dgm:pt modelId="{92D36438-640A-4B0C-95CD-ADF462BFC442}" type="pres">
      <dgm:prSet presAssocID="{0B706661-29CD-4504-A2DA-333E97A8D2F3}" presName="sibTrans" presStyleCnt="0"/>
      <dgm:spPr/>
    </dgm:pt>
    <dgm:pt modelId="{53488B1D-8490-464E-8927-92E0D0A957D2}" type="pres">
      <dgm:prSet presAssocID="{947E6E30-6221-4395-B39B-CE44A91784F2}" presName="compNode" presStyleCnt="0"/>
      <dgm:spPr/>
    </dgm:pt>
    <dgm:pt modelId="{EF3192E5-4A7E-471B-9D1C-A004D3962705}" type="pres">
      <dgm:prSet presAssocID="{947E6E30-6221-4395-B39B-CE44A91784F2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F4C1AD7-4733-4CED-AC59-3BF62357FD6C}" type="pres">
      <dgm:prSet presAssocID="{947E6E30-6221-4395-B39B-CE44A91784F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16C9EE5E-ECEF-4EB9-8591-D155B14A08B9}" type="pres">
      <dgm:prSet presAssocID="{947E6E30-6221-4395-B39B-CE44A91784F2}" presName="spaceRect" presStyleCnt="0"/>
      <dgm:spPr/>
    </dgm:pt>
    <dgm:pt modelId="{588E5B45-B36F-4FAE-8214-9A8847BF1744}" type="pres">
      <dgm:prSet presAssocID="{947E6E30-6221-4395-B39B-CE44A91784F2}" presName="textRect" presStyleLbl="revTx" presStyleIdx="1" presStyleCnt="3">
        <dgm:presLayoutVars>
          <dgm:chMax val="1"/>
          <dgm:chPref val="1"/>
        </dgm:presLayoutVars>
      </dgm:prSet>
      <dgm:spPr/>
    </dgm:pt>
    <dgm:pt modelId="{658BB408-69DC-43ED-BB5C-F5BD64EFE7F7}" type="pres">
      <dgm:prSet presAssocID="{372E8A81-15AF-4C1B-953D-9B58FA744D40}" presName="sibTrans" presStyleCnt="0"/>
      <dgm:spPr/>
    </dgm:pt>
    <dgm:pt modelId="{749C01FC-9CED-4045-A2ED-A6F44DAF2947}" type="pres">
      <dgm:prSet presAssocID="{0D742147-7C34-4E38-BB47-E3888CF22954}" presName="compNode" presStyleCnt="0"/>
      <dgm:spPr/>
    </dgm:pt>
    <dgm:pt modelId="{12605166-75F2-4EB7-AC76-E63D07A5A89A}" type="pres">
      <dgm:prSet presAssocID="{0D742147-7C34-4E38-BB47-E3888CF22954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F24C78E-BC91-45A0-B29B-104208FC3FE7}" type="pres">
      <dgm:prSet presAssocID="{0D742147-7C34-4E38-BB47-E3888CF2295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952B48FE-BE5A-4E47-97B9-6E1C63DA6B34}" type="pres">
      <dgm:prSet presAssocID="{0D742147-7C34-4E38-BB47-E3888CF22954}" presName="spaceRect" presStyleCnt="0"/>
      <dgm:spPr/>
    </dgm:pt>
    <dgm:pt modelId="{FE97BB6B-1C2E-435E-8BE5-29C9CE9EEF5B}" type="pres">
      <dgm:prSet presAssocID="{0D742147-7C34-4E38-BB47-E3888CF2295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F32C80C-F974-422D-B4C6-AFA9CF2ADFBD}" type="presOf" srcId="{52EAC91E-24C6-4B4F-BCF3-E33763C401D8}" destId="{A9523AE9-DF7C-49AA-93C4-F87AA685E32C}" srcOrd="0" destOrd="0" presId="urn:microsoft.com/office/officeart/2018/5/layout/IconLeafLabelList"/>
    <dgm:cxn modelId="{9662C912-2830-46CB-9697-AD92F0A6BCA3}" srcId="{52EAC91E-24C6-4B4F-BCF3-E33763C401D8}" destId="{FB000D5A-C08A-4A0C-A2F9-667B6AB8ACC0}" srcOrd="0" destOrd="0" parTransId="{8FFCE321-C251-423A-BD40-C6BAD625224E}" sibTransId="{0B706661-29CD-4504-A2DA-333E97A8D2F3}"/>
    <dgm:cxn modelId="{866BF029-73E8-4906-9949-37B70ED4A859}" srcId="{52EAC91E-24C6-4B4F-BCF3-E33763C401D8}" destId="{0D742147-7C34-4E38-BB47-E3888CF22954}" srcOrd="2" destOrd="0" parTransId="{DDE59660-F9D6-4CB7-9A9D-4AA9ACCA9B45}" sibTransId="{8B2733B7-28F5-4FA0-B2BD-F6E900095A8D}"/>
    <dgm:cxn modelId="{5EDE84AE-AC66-4E25-BA68-944C36EC077E}" type="presOf" srcId="{0D742147-7C34-4E38-BB47-E3888CF22954}" destId="{FE97BB6B-1C2E-435E-8BE5-29C9CE9EEF5B}" srcOrd="0" destOrd="0" presId="urn:microsoft.com/office/officeart/2018/5/layout/IconLeafLabelList"/>
    <dgm:cxn modelId="{CB3122B6-7FD5-4686-9FF9-0D5F6B263A52}" type="presOf" srcId="{947E6E30-6221-4395-B39B-CE44A91784F2}" destId="{588E5B45-B36F-4FAE-8214-9A8847BF1744}" srcOrd="0" destOrd="0" presId="urn:microsoft.com/office/officeart/2018/5/layout/IconLeafLabelList"/>
    <dgm:cxn modelId="{955CBBBB-C3D0-4AFE-A512-B65649AC0502}" srcId="{52EAC91E-24C6-4B4F-BCF3-E33763C401D8}" destId="{947E6E30-6221-4395-B39B-CE44A91784F2}" srcOrd="1" destOrd="0" parTransId="{DE7FD429-2835-47B2-9676-0DCE167446FB}" sibTransId="{372E8A81-15AF-4C1B-953D-9B58FA744D40}"/>
    <dgm:cxn modelId="{7CF968E3-C518-4A6B-8A36-C1BB78F1D0A1}" type="presOf" srcId="{FB000D5A-C08A-4A0C-A2F9-667B6AB8ACC0}" destId="{C250D2B2-7B9E-4447-A385-0F5144BA1B21}" srcOrd="0" destOrd="0" presId="urn:microsoft.com/office/officeart/2018/5/layout/IconLeafLabelList"/>
    <dgm:cxn modelId="{A6AF7655-B316-4F66-86B6-1A693DD6B2E5}" type="presParOf" srcId="{A9523AE9-DF7C-49AA-93C4-F87AA685E32C}" destId="{F20DDC8F-5077-4CF5-9812-CA5B882E480A}" srcOrd="0" destOrd="0" presId="urn:microsoft.com/office/officeart/2018/5/layout/IconLeafLabelList"/>
    <dgm:cxn modelId="{7BB5998D-6014-46EC-B21F-9CFE16BB5B8A}" type="presParOf" srcId="{F20DDC8F-5077-4CF5-9812-CA5B882E480A}" destId="{4EF7EB32-6AA8-448D-8B15-F2388EA6EA40}" srcOrd="0" destOrd="0" presId="urn:microsoft.com/office/officeart/2018/5/layout/IconLeafLabelList"/>
    <dgm:cxn modelId="{9AF5C227-8E92-4B69-96E5-FD711665FC17}" type="presParOf" srcId="{F20DDC8F-5077-4CF5-9812-CA5B882E480A}" destId="{F03420E9-081D-48FC-8DBF-1D553B31D47D}" srcOrd="1" destOrd="0" presId="urn:microsoft.com/office/officeart/2018/5/layout/IconLeafLabelList"/>
    <dgm:cxn modelId="{FEAFE33D-FC34-4CBB-95C8-3785AF330E10}" type="presParOf" srcId="{F20DDC8F-5077-4CF5-9812-CA5B882E480A}" destId="{09B7BD63-980F-41AF-A4A6-A3A4AB2001F9}" srcOrd="2" destOrd="0" presId="urn:microsoft.com/office/officeart/2018/5/layout/IconLeafLabelList"/>
    <dgm:cxn modelId="{EF1857B8-636C-435E-9E66-68EDED3A3DD0}" type="presParOf" srcId="{F20DDC8F-5077-4CF5-9812-CA5B882E480A}" destId="{C250D2B2-7B9E-4447-A385-0F5144BA1B21}" srcOrd="3" destOrd="0" presId="urn:microsoft.com/office/officeart/2018/5/layout/IconLeafLabelList"/>
    <dgm:cxn modelId="{7D7DDC8C-E31F-42CD-B3D4-F6EFF4295D06}" type="presParOf" srcId="{A9523AE9-DF7C-49AA-93C4-F87AA685E32C}" destId="{92D36438-640A-4B0C-95CD-ADF462BFC442}" srcOrd="1" destOrd="0" presId="urn:microsoft.com/office/officeart/2018/5/layout/IconLeafLabelList"/>
    <dgm:cxn modelId="{3B4C13AD-F3F9-42B7-B9D8-7BF3CECCFBD5}" type="presParOf" srcId="{A9523AE9-DF7C-49AA-93C4-F87AA685E32C}" destId="{53488B1D-8490-464E-8927-92E0D0A957D2}" srcOrd="2" destOrd="0" presId="urn:microsoft.com/office/officeart/2018/5/layout/IconLeafLabelList"/>
    <dgm:cxn modelId="{D1764915-3E1E-49D5-8AD7-B08ACD833C61}" type="presParOf" srcId="{53488B1D-8490-464E-8927-92E0D0A957D2}" destId="{EF3192E5-4A7E-471B-9D1C-A004D3962705}" srcOrd="0" destOrd="0" presId="urn:microsoft.com/office/officeart/2018/5/layout/IconLeafLabelList"/>
    <dgm:cxn modelId="{3E6D90FD-5BA7-48F7-A4B6-76840CEDFD5F}" type="presParOf" srcId="{53488B1D-8490-464E-8927-92E0D0A957D2}" destId="{2F4C1AD7-4733-4CED-AC59-3BF62357FD6C}" srcOrd="1" destOrd="0" presId="urn:microsoft.com/office/officeart/2018/5/layout/IconLeafLabelList"/>
    <dgm:cxn modelId="{AEF9E376-0FA2-42AF-A9FD-1410548BEA12}" type="presParOf" srcId="{53488B1D-8490-464E-8927-92E0D0A957D2}" destId="{16C9EE5E-ECEF-4EB9-8591-D155B14A08B9}" srcOrd="2" destOrd="0" presId="urn:microsoft.com/office/officeart/2018/5/layout/IconLeafLabelList"/>
    <dgm:cxn modelId="{A992E486-37C5-4212-BC28-680838910E63}" type="presParOf" srcId="{53488B1D-8490-464E-8927-92E0D0A957D2}" destId="{588E5B45-B36F-4FAE-8214-9A8847BF1744}" srcOrd="3" destOrd="0" presId="urn:microsoft.com/office/officeart/2018/5/layout/IconLeafLabelList"/>
    <dgm:cxn modelId="{7FE1181F-2293-4AA5-AD6D-601AB00C4A8E}" type="presParOf" srcId="{A9523AE9-DF7C-49AA-93C4-F87AA685E32C}" destId="{658BB408-69DC-43ED-BB5C-F5BD64EFE7F7}" srcOrd="3" destOrd="0" presId="urn:microsoft.com/office/officeart/2018/5/layout/IconLeafLabelList"/>
    <dgm:cxn modelId="{C6184C54-BE10-4CD9-9423-8666A6689172}" type="presParOf" srcId="{A9523AE9-DF7C-49AA-93C4-F87AA685E32C}" destId="{749C01FC-9CED-4045-A2ED-A6F44DAF2947}" srcOrd="4" destOrd="0" presId="urn:microsoft.com/office/officeart/2018/5/layout/IconLeafLabelList"/>
    <dgm:cxn modelId="{996EC3E8-A2C3-4B8B-9350-177ECC902C6F}" type="presParOf" srcId="{749C01FC-9CED-4045-A2ED-A6F44DAF2947}" destId="{12605166-75F2-4EB7-AC76-E63D07A5A89A}" srcOrd="0" destOrd="0" presId="urn:microsoft.com/office/officeart/2018/5/layout/IconLeafLabelList"/>
    <dgm:cxn modelId="{8FEC9516-87D5-4E8D-A50F-310016182AA1}" type="presParOf" srcId="{749C01FC-9CED-4045-A2ED-A6F44DAF2947}" destId="{FF24C78E-BC91-45A0-B29B-104208FC3FE7}" srcOrd="1" destOrd="0" presId="urn:microsoft.com/office/officeart/2018/5/layout/IconLeafLabelList"/>
    <dgm:cxn modelId="{B0E719A2-CD09-431D-96A3-A773D74EA134}" type="presParOf" srcId="{749C01FC-9CED-4045-A2ED-A6F44DAF2947}" destId="{952B48FE-BE5A-4E47-97B9-6E1C63DA6B34}" srcOrd="2" destOrd="0" presId="urn:microsoft.com/office/officeart/2018/5/layout/IconLeafLabelList"/>
    <dgm:cxn modelId="{BB4E2DAB-D010-443E-9DBF-0080264E8C3C}" type="presParOf" srcId="{749C01FC-9CED-4045-A2ED-A6F44DAF2947}" destId="{FE97BB6B-1C2E-435E-8BE5-29C9CE9EEF5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44C393-28F2-41F9-88BC-B48889ACF70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946FA1F-D83D-4386-BB70-A4623BEF36B4}">
      <dgm:prSet/>
      <dgm:spPr/>
      <dgm:t>
        <a:bodyPr/>
        <a:lstStyle/>
        <a:p>
          <a:r>
            <a:rPr lang="en-US"/>
            <a:t>Authentication (Who are you?) </a:t>
          </a:r>
        </a:p>
      </dgm:t>
    </dgm:pt>
    <dgm:pt modelId="{9D6ACDF3-63D9-4BD7-8D2A-448DAFD03422}" type="parTrans" cxnId="{8FBE99F9-937E-412C-8B3B-079FE4E3D6D8}">
      <dgm:prSet/>
      <dgm:spPr/>
      <dgm:t>
        <a:bodyPr/>
        <a:lstStyle/>
        <a:p>
          <a:endParaRPr lang="en-US"/>
        </a:p>
      </dgm:t>
    </dgm:pt>
    <dgm:pt modelId="{E4190BCE-DB1B-4CFB-97F9-783161D971F5}" type="sibTrans" cxnId="{8FBE99F9-937E-412C-8B3B-079FE4E3D6D8}">
      <dgm:prSet/>
      <dgm:spPr/>
      <dgm:t>
        <a:bodyPr/>
        <a:lstStyle/>
        <a:p>
          <a:endParaRPr lang="en-US"/>
        </a:p>
      </dgm:t>
    </dgm:pt>
    <dgm:pt modelId="{7A994075-363F-4707-AD52-7950EAE88CE5}">
      <dgm:prSet/>
      <dgm:spPr/>
      <dgm:t>
        <a:bodyPr/>
        <a:lstStyle/>
        <a:p>
          <a:r>
            <a:rPr lang="en-US"/>
            <a:t>Authorization (What can you do?) </a:t>
          </a:r>
        </a:p>
      </dgm:t>
    </dgm:pt>
    <dgm:pt modelId="{F1F1C331-FFAC-4235-A4D8-0CB559A07E46}" type="parTrans" cxnId="{8321096B-BFF0-4C68-A9D2-BB69C92E2506}">
      <dgm:prSet/>
      <dgm:spPr/>
      <dgm:t>
        <a:bodyPr/>
        <a:lstStyle/>
        <a:p>
          <a:endParaRPr lang="en-US"/>
        </a:p>
      </dgm:t>
    </dgm:pt>
    <dgm:pt modelId="{F54E2550-1177-49C9-A0E7-2840A6F318AA}" type="sibTrans" cxnId="{8321096B-BFF0-4C68-A9D2-BB69C92E2506}">
      <dgm:prSet/>
      <dgm:spPr/>
      <dgm:t>
        <a:bodyPr/>
        <a:lstStyle/>
        <a:p>
          <a:endParaRPr lang="en-US"/>
        </a:p>
      </dgm:t>
    </dgm:pt>
    <dgm:pt modelId="{C394C4C0-C2A5-44D8-81A9-3FBC53FE4523}">
      <dgm:prSet/>
      <dgm:spPr/>
      <dgm:t>
        <a:bodyPr/>
        <a:lstStyle/>
        <a:p>
          <a:r>
            <a:rPr lang="en-US"/>
            <a:t>RBAC (Roles &amp; Permissions) </a:t>
          </a:r>
        </a:p>
      </dgm:t>
    </dgm:pt>
    <dgm:pt modelId="{AAC027D7-7953-4F61-8127-01BD8B8EAB25}" type="parTrans" cxnId="{80C06514-38AC-4096-802D-325E7F4D0870}">
      <dgm:prSet/>
      <dgm:spPr/>
      <dgm:t>
        <a:bodyPr/>
        <a:lstStyle/>
        <a:p>
          <a:endParaRPr lang="en-US"/>
        </a:p>
      </dgm:t>
    </dgm:pt>
    <dgm:pt modelId="{ECF3E879-A005-4C47-8390-378736EFDBDA}" type="sibTrans" cxnId="{80C06514-38AC-4096-802D-325E7F4D0870}">
      <dgm:prSet/>
      <dgm:spPr/>
      <dgm:t>
        <a:bodyPr/>
        <a:lstStyle/>
        <a:p>
          <a:endParaRPr lang="en-US"/>
        </a:p>
      </dgm:t>
    </dgm:pt>
    <dgm:pt modelId="{2631057E-B366-41FE-A707-1F720362DBF3}">
      <dgm:prSet/>
      <dgm:spPr/>
      <dgm:t>
        <a:bodyPr/>
        <a:lstStyle/>
        <a:p>
          <a:r>
            <a:rPr lang="en-US"/>
            <a:t>Identity Providers </a:t>
          </a:r>
        </a:p>
      </dgm:t>
    </dgm:pt>
    <dgm:pt modelId="{1BD044F0-FCED-4994-AB48-0FDF81C4CC70}" type="parTrans" cxnId="{5C8D8F64-F458-4E9B-BC57-1FD9F0B72791}">
      <dgm:prSet/>
      <dgm:spPr/>
      <dgm:t>
        <a:bodyPr/>
        <a:lstStyle/>
        <a:p>
          <a:endParaRPr lang="en-US"/>
        </a:p>
      </dgm:t>
    </dgm:pt>
    <dgm:pt modelId="{BF844731-7929-4E2D-81C7-C2662F4FE15A}" type="sibTrans" cxnId="{5C8D8F64-F458-4E9B-BC57-1FD9F0B72791}">
      <dgm:prSet/>
      <dgm:spPr/>
      <dgm:t>
        <a:bodyPr/>
        <a:lstStyle/>
        <a:p>
          <a:endParaRPr lang="en-US"/>
        </a:p>
      </dgm:t>
    </dgm:pt>
    <dgm:pt modelId="{63D192F1-875D-4AA4-A922-144CCD3D6C78}">
      <dgm:prSet/>
      <dgm:spPr/>
      <dgm:t>
        <a:bodyPr/>
        <a:lstStyle/>
        <a:p>
          <a:r>
            <a:rPr lang="en-US"/>
            <a:t>Security Best Practices </a:t>
          </a:r>
        </a:p>
      </dgm:t>
    </dgm:pt>
    <dgm:pt modelId="{0C3A4E7C-A5E9-4B34-8112-9008D40E5ED3}" type="parTrans" cxnId="{B693A640-1123-4DF8-8AF2-3303A974037C}">
      <dgm:prSet/>
      <dgm:spPr/>
      <dgm:t>
        <a:bodyPr/>
        <a:lstStyle/>
        <a:p>
          <a:endParaRPr lang="en-US"/>
        </a:p>
      </dgm:t>
    </dgm:pt>
    <dgm:pt modelId="{9FAD7B38-4235-4BFA-8059-3EA113A1256D}" type="sibTrans" cxnId="{B693A640-1123-4DF8-8AF2-3303A974037C}">
      <dgm:prSet/>
      <dgm:spPr/>
      <dgm:t>
        <a:bodyPr/>
        <a:lstStyle/>
        <a:p>
          <a:endParaRPr lang="en-US"/>
        </a:p>
      </dgm:t>
    </dgm:pt>
    <dgm:pt modelId="{86F8CE7D-A417-45AA-97BF-AE3E4D7E850D}" type="pres">
      <dgm:prSet presAssocID="{9344C393-28F2-41F9-88BC-B48889ACF701}" presName="linear" presStyleCnt="0">
        <dgm:presLayoutVars>
          <dgm:animLvl val="lvl"/>
          <dgm:resizeHandles val="exact"/>
        </dgm:presLayoutVars>
      </dgm:prSet>
      <dgm:spPr/>
    </dgm:pt>
    <dgm:pt modelId="{936DF516-B26B-4AFA-AB55-ABFA4C9AF76D}" type="pres">
      <dgm:prSet presAssocID="{2946FA1F-D83D-4386-BB70-A4623BEF36B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F893466-9A13-4C6E-A10B-0200A61E02FF}" type="pres">
      <dgm:prSet presAssocID="{E4190BCE-DB1B-4CFB-97F9-783161D971F5}" presName="spacer" presStyleCnt="0"/>
      <dgm:spPr/>
    </dgm:pt>
    <dgm:pt modelId="{449EDF94-C91C-4853-9129-17E029BEA49B}" type="pres">
      <dgm:prSet presAssocID="{7A994075-363F-4707-AD52-7950EAE88CE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AC516D1-42FA-4201-94B9-023D58BDADDF}" type="pres">
      <dgm:prSet presAssocID="{F54E2550-1177-49C9-A0E7-2840A6F318AA}" presName="spacer" presStyleCnt="0"/>
      <dgm:spPr/>
    </dgm:pt>
    <dgm:pt modelId="{A9ED07E4-9903-41D9-BE7C-BC352E6AC2C5}" type="pres">
      <dgm:prSet presAssocID="{C394C4C0-C2A5-44D8-81A9-3FBC53FE452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23F2A87-8E6E-4330-8688-87B74BF70594}" type="pres">
      <dgm:prSet presAssocID="{ECF3E879-A005-4C47-8390-378736EFDBDA}" presName="spacer" presStyleCnt="0"/>
      <dgm:spPr/>
    </dgm:pt>
    <dgm:pt modelId="{0A153EA0-D11E-401D-82C9-4F22677BF56A}" type="pres">
      <dgm:prSet presAssocID="{2631057E-B366-41FE-A707-1F720362DBF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DEC3217-BF70-4AA7-B415-AC86F8F7C250}" type="pres">
      <dgm:prSet presAssocID="{BF844731-7929-4E2D-81C7-C2662F4FE15A}" presName="spacer" presStyleCnt="0"/>
      <dgm:spPr/>
    </dgm:pt>
    <dgm:pt modelId="{3E117F4F-0F0D-4E3C-B4E0-29ED47C8081E}" type="pres">
      <dgm:prSet presAssocID="{63D192F1-875D-4AA4-A922-144CCD3D6C7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9DE4D10-40C1-44BB-97E9-813703F00584}" type="presOf" srcId="{7A994075-363F-4707-AD52-7950EAE88CE5}" destId="{449EDF94-C91C-4853-9129-17E029BEA49B}" srcOrd="0" destOrd="0" presId="urn:microsoft.com/office/officeart/2005/8/layout/vList2"/>
    <dgm:cxn modelId="{80C06514-38AC-4096-802D-325E7F4D0870}" srcId="{9344C393-28F2-41F9-88BC-B48889ACF701}" destId="{C394C4C0-C2A5-44D8-81A9-3FBC53FE4523}" srcOrd="2" destOrd="0" parTransId="{AAC027D7-7953-4F61-8127-01BD8B8EAB25}" sibTransId="{ECF3E879-A005-4C47-8390-378736EFDBDA}"/>
    <dgm:cxn modelId="{239BCE25-9C7C-44B3-BF51-B9AA68997C71}" type="presOf" srcId="{9344C393-28F2-41F9-88BC-B48889ACF701}" destId="{86F8CE7D-A417-45AA-97BF-AE3E4D7E850D}" srcOrd="0" destOrd="0" presId="urn:microsoft.com/office/officeart/2005/8/layout/vList2"/>
    <dgm:cxn modelId="{8FD1B02B-5016-4AC0-8364-4A4ED582A335}" type="presOf" srcId="{2631057E-B366-41FE-A707-1F720362DBF3}" destId="{0A153EA0-D11E-401D-82C9-4F22677BF56A}" srcOrd="0" destOrd="0" presId="urn:microsoft.com/office/officeart/2005/8/layout/vList2"/>
    <dgm:cxn modelId="{B693A640-1123-4DF8-8AF2-3303A974037C}" srcId="{9344C393-28F2-41F9-88BC-B48889ACF701}" destId="{63D192F1-875D-4AA4-A922-144CCD3D6C78}" srcOrd="4" destOrd="0" parTransId="{0C3A4E7C-A5E9-4B34-8112-9008D40E5ED3}" sibTransId="{9FAD7B38-4235-4BFA-8059-3EA113A1256D}"/>
    <dgm:cxn modelId="{5C8D8F64-F458-4E9B-BC57-1FD9F0B72791}" srcId="{9344C393-28F2-41F9-88BC-B48889ACF701}" destId="{2631057E-B366-41FE-A707-1F720362DBF3}" srcOrd="3" destOrd="0" parTransId="{1BD044F0-FCED-4994-AB48-0FDF81C4CC70}" sibTransId="{BF844731-7929-4E2D-81C7-C2662F4FE15A}"/>
    <dgm:cxn modelId="{8321096B-BFF0-4C68-A9D2-BB69C92E2506}" srcId="{9344C393-28F2-41F9-88BC-B48889ACF701}" destId="{7A994075-363F-4707-AD52-7950EAE88CE5}" srcOrd="1" destOrd="0" parTransId="{F1F1C331-FFAC-4235-A4D8-0CB559A07E46}" sibTransId="{F54E2550-1177-49C9-A0E7-2840A6F318AA}"/>
    <dgm:cxn modelId="{1C3BCE74-DB9E-4246-BDE3-8D103C1AC52F}" type="presOf" srcId="{C394C4C0-C2A5-44D8-81A9-3FBC53FE4523}" destId="{A9ED07E4-9903-41D9-BE7C-BC352E6AC2C5}" srcOrd="0" destOrd="0" presId="urn:microsoft.com/office/officeart/2005/8/layout/vList2"/>
    <dgm:cxn modelId="{9CE470C9-4838-4085-97BB-1BA90A34A519}" type="presOf" srcId="{63D192F1-875D-4AA4-A922-144CCD3D6C78}" destId="{3E117F4F-0F0D-4E3C-B4E0-29ED47C8081E}" srcOrd="0" destOrd="0" presId="urn:microsoft.com/office/officeart/2005/8/layout/vList2"/>
    <dgm:cxn modelId="{8FBE99F9-937E-412C-8B3B-079FE4E3D6D8}" srcId="{9344C393-28F2-41F9-88BC-B48889ACF701}" destId="{2946FA1F-D83D-4386-BB70-A4623BEF36B4}" srcOrd="0" destOrd="0" parTransId="{9D6ACDF3-63D9-4BD7-8D2A-448DAFD03422}" sibTransId="{E4190BCE-DB1B-4CFB-97F9-783161D971F5}"/>
    <dgm:cxn modelId="{0C1051FD-1900-4A41-9246-66077FF05D97}" type="presOf" srcId="{2946FA1F-D83D-4386-BB70-A4623BEF36B4}" destId="{936DF516-B26B-4AFA-AB55-ABFA4C9AF76D}" srcOrd="0" destOrd="0" presId="urn:microsoft.com/office/officeart/2005/8/layout/vList2"/>
    <dgm:cxn modelId="{35CEA1C8-1013-466D-830A-B35958DD7A2D}" type="presParOf" srcId="{86F8CE7D-A417-45AA-97BF-AE3E4D7E850D}" destId="{936DF516-B26B-4AFA-AB55-ABFA4C9AF76D}" srcOrd="0" destOrd="0" presId="urn:microsoft.com/office/officeart/2005/8/layout/vList2"/>
    <dgm:cxn modelId="{32E2FB9F-754D-4D56-B372-096F5136B4F8}" type="presParOf" srcId="{86F8CE7D-A417-45AA-97BF-AE3E4D7E850D}" destId="{DF893466-9A13-4C6E-A10B-0200A61E02FF}" srcOrd="1" destOrd="0" presId="urn:microsoft.com/office/officeart/2005/8/layout/vList2"/>
    <dgm:cxn modelId="{FE59A90D-2D9C-4509-ABB1-254C121FA638}" type="presParOf" srcId="{86F8CE7D-A417-45AA-97BF-AE3E4D7E850D}" destId="{449EDF94-C91C-4853-9129-17E029BEA49B}" srcOrd="2" destOrd="0" presId="urn:microsoft.com/office/officeart/2005/8/layout/vList2"/>
    <dgm:cxn modelId="{9847F270-0364-4CAB-9590-839E6114BFFC}" type="presParOf" srcId="{86F8CE7D-A417-45AA-97BF-AE3E4D7E850D}" destId="{8AC516D1-42FA-4201-94B9-023D58BDADDF}" srcOrd="3" destOrd="0" presId="urn:microsoft.com/office/officeart/2005/8/layout/vList2"/>
    <dgm:cxn modelId="{50454E93-8EE9-4FEC-BE11-6241AB75D19B}" type="presParOf" srcId="{86F8CE7D-A417-45AA-97BF-AE3E4D7E850D}" destId="{A9ED07E4-9903-41D9-BE7C-BC352E6AC2C5}" srcOrd="4" destOrd="0" presId="urn:microsoft.com/office/officeart/2005/8/layout/vList2"/>
    <dgm:cxn modelId="{889D17CC-981F-426A-BD4F-34B97D87B023}" type="presParOf" srcId="{86F8CE7D-A417-45AA-97BF-AE3E4D7E850D}" destId="{823F2A87-8E6E-4330-8688-87B74BF70594}" srcOrd="5" destOrd="0" presId="urn:microsoft.com/office/officeart/2005/8/layout/vList2"/>
    <dgm:cxn modelId="{9071BDAC-F78D-491C-9755-C1C0AFFAEB8F}" type="presParOf" srcId="{86F8CE7D-A417-45AA-97BF-AE3E4D7E850D}" destId="{0A153EA0-D11E-401D-82C9-4F22677BF56A}" srcOrd="6" destOrd="0" presId="urn:microsoft.com/office/officeart/2005/8/layout/vList2"/>
    <dgm:cxn modelId="{4202FB4F-B8FA-49BA-BD61-48B846E9740E}" type="presParOf" srcId="{86F8CE7D-A417-45AA-97BF-AE3E4D7E850D}" destId="{EDEC3217-BF70-4AA7-B415-AC86F8F7C250}" srcOrd="7" destOrd="0" presId="urn:microsoft.com/office/officeart/2005/8/layout/vList2"/>
    <dgm:cxn modelId="{D02A406F-2DD8-4764-99AA-621C7A8F9989}" type="presParOf" srcId="{86F8CE7D-A417-45AA-97BF-AE3E4D7E850D}" destId="{3E117F4F-0F0D-4E3C-B4E0-29ED47C8081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CB8FE2-ADA1-49F3-81C2-50FF0BC2B59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348840F-27F5-47B7-ABA1-CE64AF612B86}">
      <dgm:prSet/>
      <dgm:spPr/>
      <dgm:t>
        <a:bodyPr/>
        <a:lstStyle/>
        <a:p>
          <a:pPr>
            <a:defRPr b="1"/>
          </a:pPr>
          <a:r>
            <a:rPr lang="en-US" b="0" i="0" baseline="0"/>
            <a:t>Managed by OAuth </a:t>
          </a:r>
          <a:endParaRPr lang="en-US"/>
        </a:p>
      </dgm:t>
    </dgm:pt>
    <dgm:pt modelId="{2A0DA0C6-94AF-4703-B5B9-3F1D6AF0595C}" type="parTrans" cxnId="{9AC05680-00C4-4AF4-A099-04F1DF97E2D8}">
      <dgm:prSet/>
      <dgm:spPr/>
      <dgm:t>
        <a:bodyPr/>
        <a:lstStyle/>
        <a:p>
          <a:endParaRPr lang="en-US"/>
        </a:p>
      </dgm:t>
    </dgm:pt>
    <dgm:pt modelId="{01790C52-D3C1-4120-8EE8-6638FE013B63}" type="sibTrans" cxnId="{9AC05680-00C4-4AF4-A099-04F1DF97E2D8}">
      <dgm:prSet/>
      <dgm:spPr/>
      <dgm:t>
        <a:bodyPr/>
        <a:lstStyle/>
        <a:p>
          <a:endParaRPr lang="en-US"/>
        </a:p>
      </dgm:t>
    </dgm:pt>
    <dgm:pt modelId="{6E8304E7-1449-4232-85AF-9F2D09D6B128}">
      <dgm:prSet/>
      <dgm:spPr/>
      <dgm:t>
        <a:bodyPr/>
        <a:lstStyle/>
        <a:p>
          <a:pPr>
            <a:defRPr b="1"/>
          </a:pPr>
          <a:r>
            <a:rPr lang="en-US" b="0" i="0" baseline="0"/>
            <a:t>Users authenticate via: </a:t>
          </a:r>
          <a:endParaRPr lang="en-US"/>
        </a:p>
      </dgm:t>
    </dgm:pt>
    <dgm:pt modelId="{B8ADCF63-8220-4DD0-B91F-A361B9AEED17}" type="parTrans" cxnId="{F3A1C401-D092-4C7E-A657-93465A02B73F}">
      <dgm:prSet/>
      <dgm:spPr/>
      <dgm:t>
        <a:bodyPr/>
        <a:lstStyle/>
        <a:p>
          <a:endParaRPr lang="en-US"/>
        </a:p>
      </dgm:t>
    </dgm:pt>
    <dgm:pt modelId="{0A876902-C80C-4763-AEFB-4FA1F88E76F6}" type="sibTrans" cxnId="{F3A1C401-D092-4C7E-A657-93465A02B73F}">
      <dgm:prSet/>
      <dgm:spPr/>
      <dgm:t>
        <a:bodyPr/>
        <a:lstStyle/>
        <a:p>
          <a:endParaRPr lang="en-US"/>
        </a:p>
      </dgm:t>
    </dgm:pt>
    <dgm:pt modelId="{26961291-ED68-4EDC-9E40-6FDDF7013C88}">
      <dgm:prSet/>
      <dgm:spPr/>
      <dgm:t>
        <a:bodyPr/>
        <a:lstStyle/>
        <a:p>
          <a:r>
            <a:rPr lang="en-US" b="0" i="0" baseline="0"/>
            <a:t>HTPasswd </a:t>
          </a:r>
          <a:endParaRPr lang="en-US"/>
        </a:p>
      </dgm:t>
    </dgm:pt>
    <dgm:pt modelId="{E9390692-30E4-4129-95A1-0F443320CE28}" type="parTrans" cxnId="{464F13DA-2E82-4AAD-9191-93BE2497A0FD}">
      <dgm:prSet/>
      <dgm:spPr/>
      <dgm:t>
        <a:bodyPr/>
        <a:lstStyle/>
        <a:p>
          <a:endParaRPr lang="en-US"/>
        </a:p>
      </dgm:t>
    </dgm:pt>
    <dgm:pt modelId="{50F3CB0C-562D-4B21-8E73-AC531A184BB7}" type="sibTrans" cxnId="{464F13DA-2E82-4AAD-9191-93BE2497A0FD}">
      <dgm:prSet/>
      <dgm:spPr/>
      <dgm:t>
        <a:bodyPr/>
        <a:lstStyle/>
        <a:p>
          <a:endParaRPr lang="en-US"/>
        </a:p>
      </dgm:t>
    </dgm:pt>
    <dgm:pt modelId="{5AC19749-6EB5-4055-9604-CE626DE77D28}">
      <dgm:prSet/>
      <dgm:spPr/>
      <dgm:t>
        <a:bodyPr/>
        <a:lstStyle/>
        <a:p>
          <a:r>
            <a:rPr lang="en-US" b="0" i="0" baseline="0"/>
            <a:t>LDAP </a:t>
          </a:r>
          <a:endParaRPr lang="en-US"/>
        </a:p>
      </dgm:t>
    </dgm:pt>
    <dgm:pt modelId="{E7F2B4F8-5313-49A7-BBAD-21B9201257D3}" type="parTrans" cxnId="{CFE7C2D8-ED79-42AA-BC9A-0713BB441A91}">
      <dgm:prSet/>
      <dgm:spPr/>
      <dgm:t>
        <a:bodyPr/>
        <a:lstStyle/>
        <a:p>
          <a:endParaRPr lang="en-US"/>
        </a:p>
      </dgm:t>
    </dgm:pt>
    <dgm:pt modelId="{BC7DCB7E-E719-4AD7-A184-588C448A1BC0}" type="sibTrans" cxnId="{CFE7C2D8-ED79-42AA-BC9A-0713BB441A91}">
      <dgm:prSet/>
      <dgm:spPr/>
      <dgm:t>
        <a:bodyPr/>
        <a:lstStyle/>
        <a:p>
          <a:endParaRPr lang="en-US"/>
        </a:p>
      </dgm:t>
    </dgm:pt>
    <dgm:pt modelId="{9CD72E8A-3625-438B-A1F2-9C24A7A74270}">
      <dgm:prSet/>
      <dgm:spPr/>
      <dgm:t>
        <a:bodyPr/>
        <a:lstStyle/>
        <a:p>
          <a:r>
            <a:rPr lang="en-US" b="0" i="0" baseline="0"/>
            <a:t>GitHub / OAuth providers</a:t>
          </a:r>
          <a:endParaRPr lang="en-US"/>
        </a:p>
      </dgm:t>
    </dgm:pt>
    <dgm:pt modelId="{0A4B227B-A18E-4CB8-839F-E1991AAC93AC}" type="parTrans" cxnId="{8681F6EC-2907-4DAC-83D9-0023DE6B2097}">
      <dgm:prSet/>
      <dgm:spPr/>
      <dgm:t>
        <a:bodyPr/>
        <a:lstStyle/>
        <a:p>
          <a:endParaRPr lang="en-US"/>
        </a:p>
      </dgm:t>
    </dgm:pt>
    <dgm:pt modelId="{72BF54B5-C14A-4859-97B1-1D3CF0CAEC78}" type="sibTrans" cxnId="{8681F6EC-2907-4DAC-83D9-0023DE6B2097}">
      <dgm:prSet/>
      <dgm:spPr/>
      <dgm:t>
        <a:bodyPr/>
        <a:lstStyle/>
        <a:p>
          <a:endParaRPr lang="en-US"/>
        </a:p>
      </dgm:t>
    </dgm:pt>
    <dgm:pt modelId="{5BEB56A7-C50C-4724-BAEC-47F24463AE4B}" type="pres">
      <dgm:prSet presAssocID="{27CB8FE2-ADA1-49F3-81C2-50FF0BC2B597}" presName="root" presStyleCnt="0">
        <dgm:presLayoutVars>
          <dgm:dir/>
          <dgm:resizeHandles val="exact"/>
        </dgm:presLayoutVars>
      </dgm:prSet>
      <dgm:spPr/>
    </dgm:pt>
    <dgm:pt modelId="{69383A00-9D26-4175-B8EB-C32F14C51FD3}" type="pres">
      <dgm:prSet presAssocID="{2348840F-27F5-47B7-ABA1-CE64AF612B86}" presName="compNode" presStyleCnt="0"/>
      <dgm:spPr/>
    </dgm:pt>
    <dgm:pt modelId="{4A93FFF5-3073-4CDE-B04A-B49B318C5162}" type="pres">
      <dgm:prSet presAssocID="{2348840F-27F5-47B7-ABA1-CE64AF612B8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62384BE-1DFD-4DCC-91F0-8BEA00511B51}" type="pres">
      <dgm:prSet presAssocID="{2348840F-27F5-47B7-ABA1-CE64AF612B86}" presName="iconSpace" presStyleCnt="0"/>
      <dgm:spPr/>
    </dgm:pt>
    <dgm:pt modelId="{97728638-1F44-49E9-AD4D-B89C901D760D}" type="pres">
      <dgm:prSet presAssocID="{2348840F-27F5-47B7-ABA1-CE64AF612B86}" presName="parTx" presStyleLbl="revTx" presStyleIdx="0" presStyleCnt="4">
        <dgm:presLayoutVars>
          <dgm:chMax val="0"/>
          <dgm:chPref val="0"/>
        </dgm:presLayoutVars>
      </dgm:prSet>
      <dgm:spPr/>
    </dgm:pt>
    <dgm:pt modelId="{0CC391AD-1815-4387-BEE0-655DA734A01E}" type="pres">
      <dgm:prSet presAssocID="{2348840F-27F5-47B7-ABA1-CE64AF612B86}" presName="txSpace" presStyleCnt="0"/>
      <dgm:spPr/>
    </dgm:pt>
    <dgm:pt modelId="{89AF2B13-2453-4DFA-8B77-2E8AF51ECB12}" type="pres">
      <dgm:prSet presAssocID="{2348840F-27F5-47B7-ABA1-CE64AF612B86}" presName="desTx" presStyleLbl="revTx" presStyleIdx="1" presStyleCnt="4">
        <dgm:presLayoutVars/>
      </dgm:prSet>
      <dgm:spPr/>
    </dgm:pt>
    <dgm:pt modelId="{8CB8F290-5CCB-407D-A06D-DDAEB61B749F}" type="pres">
      <dgm:prSet presAssocID="{01790C52-D3C1-4120-8EE8-6638FE013B63}" presName="sibTrans" presStyleCnt="0"/>
      <dgm:spPr/>
    </dgm:pt>
    <dgm:pt modelId="{73415E66-F2A1-4B42-8638-F9D57F728221}" type="pres">
      <dgm:prSet presAssocID="{6E8304E7-1449-4232-85AF-9F2D09D6B128}" presName="compNode" presStyleCnt="0"/>
      <dgm:spPr/>
    </dgm:pt>
    <dgm:pt modelId="{F880C058-61E8-4865-A5B9-13D94B40A6B8}" type="pres">
      <dgm:prSet presAssocID="{6E8304E7-1449-4232-85AF-9F2D09D6B12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B0BADDB-D8F3-409B-9D81-DD71987E7F45}" type="pres">
      <dgm:prSet presAssocID="{6E8304E7-1449-4232-85AF-9F2D09D6B128}" presName="iconSpace" presStyleCnt="0"/>
      <dgm:spPr/>
    </dgm:pt>
    <dgm:pt modelId="{E7E18242-3707-4831-94AE-DAF987DAEAAA}" type="pres">
      <dgm:prSet presAssocID="{6E8304E7-1449-4232-85AF-9F2D09D6B128}" presName="parTx" presStyleLbl="revTx" presStyleIdx="2" presStyleCnt="4">
        <dgm:presLayoutVars>
          <dgm:chMax val="0"/>
          <dgm:chPref val="0"/>
        </dgm:presLayoutVars>
      </dgm:prSet>
      <dgm:spPr/>
    </dgm:pt>
    <dgm:pt modelId="{BACF7232-164B-4924-AE47-49A3E03010BC}" type="pres">
      <dgm:prSet presAssocID="{6E8304E7-1449-4232-85AF-9F2D09D6B128}" presName="txSpace" presStyleCnt="0"/>
      <dgm:spPr/>
    </dgm:pt>
    <dgm:pt modelId="{D5EF200F-A8C7-4A0D-9D73-8288AE3A1525}" type="pres">
      <dgm:prSet presAssocID="{6E8304E7-1449-4232-85AF-9F2D09D6B128}" presName="desTx" presStyleLbl="revTx" presStyleIdx="3" presStyleCnt="4">
        <dgm:presLayoutVars/>
      </dgm:prSet>
      <dgm:spPr/>
    </dgm:pt>
  </dgm:ptLst>
  <dgm:cxnLst>
    <dgm:cxn modelId="{F3A1C401-D092-4C7E-A657-93465A02B73F}" srcId="{27CB8FE2-ADA1-49F3-81C2-50FF0BC2B597}" destId="{6E8304E7-1449-4232-85AF-9F2D09D6B128}" srcOrd="1" destOrd="0" parTransId="{B8ADCF63-8220-4DD0-B91F-A361B9AEED17}" sibTransId="{0A876902-C80C-4763-AEFB-4FA1F88E76F6}"/>
    <dgm:cxn modelId="{36FAF02F-8957-4641-8C3B-70BC9E7928BA}" type="presOf" srcId="{2348840F-27F5-47B7-ABA1-CE64AF612B86}" destId="{97728638-1F44-49E9-AD4D-B89C901D760D}" srcOrd="0" destOrd="0" presId="urn:microsoft.com/office/officeart/2018/5/layout/CenteredIconLabelDescriptionList"/>
    <dgm:cxn modelId="{BEFDAB5A-7D77-44DC-89C7-E068AFF68D7A}" type="presOf" srcId="{5AC19749-6EB5-4055-9604-CE626DE77D28}" destId="{D5EF200F-A8C7-4A0D-9D73-8288AE3A1525}" srcOrd="0" destOrd="1" presId="urn:microsoft.com/office/officeart/2018/5/layout/CenteredIconLabelDescriptionList"/>
    <dgm:cxn modelId="{9AC05680-00C4-4AF4-A099-04F1DF97E2D8}" srcId="{27CB8FE2-ADA1-49F3-81C2-50FF0BC2B597}" destId="{2348840F-27F5-47B7-ABA1-CE64AF612B86}" srcOrd="0" destOrd="0" parTransId="{2A0DA0C6-94AF-4703-B5B9-3F1D6AF0595C}" sibTransId="{01790C52-D3C1-4120-8EE8-6638FE013B63}"/>
    <dgm:cxn modelId="{9904219C-D735-4D56-B331-26F7B160C264}" type="presOf" srcId="{9CD72E8A-3625-438B-A1F2-9C24A7A74270}" destId="{D5EF200F-A8C7-4A0D-9D73-8288AE3A1525}" srcOrd="0" destOrd="2" presId="urn:microsoft.com/office/officeart/2018/5/layout/CenteredIconLabelDescriptionList"/>
    <dgm:cxn modelId="{BF5448B0-029C-40D1-A312-93B91EA9B0BB}" type="presOf" srcId="{27CB8FE2-ADA1-49F3-81C2-50FF0BC2B597}" destId="{5BEB56A7-C50C-4724-BAEC-47F24463AE4B}" srcOrd="0" destOrd="0" presId="urn:microsoft.com/office/officeart/2018/5/layout/CenteredIconLabelDescriptionList"/>
    <dgm:cxn modelId="{DAE2AAB9-3EB2-4552-A37A-2F9F78CA9E9D}" type="presOf" srcId="{6E8304E7-1449-4232-85AF-9F2D09D6B128}" destId="{E7E18242-3707-4831-94AE-DAF987DAEAAA}" srcOrd="0" destOrd="0" presId="urn:microsoft.com/office/officeart/2018/5/layout/CenteredIconLabelDescriptionList"/>
    <dgm:cxn modelId="{CFE7C2D8-ED79-42AA-BC9A-0713BB441A91}" srcId="{6E8304E7-1449-4232-85AF-9F2D09D6B128}" destId="{5AC19749-6EB5-4055-9604-CE626DE77D28}" srcOrd="1" destOrd="0" parTransId="{E7F2B4F8-5313-49A7-BBAD-21B9201257D3}" sibTransId="{BC7DCB7E-E719-4AD7-A184-588C448A1BC0}"/>
    <dgm:cxn modelId="{464F13DA-2E82-4AAD-9191-93BE2497A0FD}" srcId="{6E8304E7-1449-4232-85AF-9F2D09D6B128}" destId="{26961291-ED68-4EDC-9E40-6FDDF7013C88}" srcOrd="0" destOrd="0" parTransId="{E9390692-30E4-4129-95A1-0F443320CE28}" sibTransId="{50F3CB0C-562D-4B21-8E73-AC531A184BB7}"/>
    <dgm:cxn modelId="{8EB8CDE9-8589-4490-9DB0-9F89CA0749DA}" type="presOf" srcId="{26961291-ED68-4EDC-9E40-6FDDF7013C88}" destId="{D5EF200F-A8C7-4A0D-9D73-8288AE3A1525}" srcOrd="0" destOrd="0" presId="urn:microsoft.com/office/officeart/2018/5/layout/CenteredIconLabelDescriptionList"/>
    <dgm:cxn modelId="{8681F6EC-2907-4DAC-83D9-0023DE6B2097}" srcId="{6E8304E7-1449-4232-85AF-9F2D09D6B128}" destId="{9CD72E8A-3625-438B-A1F2-9C24A7A74270}" srcOrd="2" destOrd="0" parTransId="{0A4B227B-A18E-4CB8-839F-E1991AAC93AC}" sibTransId="{72BF54B5-C14A-4859-97B1-1D3CF0CAEC78}"/>
    <dgm:cxn modelId="{4D0820AE-FE7B-4954-BD51-815CE6B2CCC2}" type="presParOf" srcId="{5BEB56A7-C50C-4724-BAEC-47F24463AE4B}" destId="{69383A00-9D26-4175-B8EB-C32F14C51FD3}" srcOrd="0" destOrd="0" presId="urn:microsoft.com/office/officeart/2018/5/layout/CenteredIconLabelDescriptionList"/>
    <dgm:cxn modelId="{03E2B074-2F0E-4468-BD67-4D4CCF50A448}" type="presParOf" srcId="{69383A00-9D26-4175-B8EB-C32F14C51FD3}" destId="{4A93FFF5-3073-4CDE-B04A-B49B318C5162}" srcOrd="0" destOrd="0" presId="urn:microsoft.com/office/officeart/2018/5/layout/CenteredIconLabelDescriptionList"/>
    <dgm:cxn modelId="{D950FFB8-03EE-4B6B-AD83-1A41C1A08059}" type="presParOf" srcId="{69383A00-9D26-4175-B8EB-C32F14C51FD3}" destId="{C62384BE-1DFD-4DCC-91F0-8BEA00511B51}" srcOrd="1" destOrd="0" presId="urn:microsoft.com/office/officeart/2018/5/layout/CenteredIconLabelDescriptionList"/>
    <dgm:cxn modelId="{6E011BD2-A3A5-4185-956B-A56977B68C08}" type="presParOf" srcId="{69383A00-9D26-4175-B8EB-C32F14C51FD3}" destId="{97728638-1F44-49E9-AD4D-B89C901D760D}" srcOrd="2" destOrd="0" presId="urn:microsoft.com/office/officeart/2018/5/layout/CenteredIconLabelDescriptionList"/>
    <dgm:cxn modelId="{0033283B-D4EB-42E4-B76D-C21517A3A762}" type="presParOf" srcId="{69383A00-9D26-4175-B8EB-C32F14C51FD3}" destId="{0CC391AD-1815-4387-BEE0-655DA734A01E}" srcOrd="3" destOrd="0" presId="urn:microsoft.com/office/officeart/2018/5/layout/CenteredIconLabelDescriptionList"/>
    <dgm:cxn modelId="{294CD0F7-A74B-46A9-9B20-B5D66CB960F5}" type="presParOf" srcId="{69383A00-9D26-4175-B8EB-C32F14C51FD3}" destId="{89AF2B13-2453-4DFA-8B77-2E8AF51ECB12}" srcOrd="4" destOrd="0" presId="urn:microsoft.com/office/officeart/2018/5/layout/CenteredIconLabelDescriptionList"/>
    <dgm:cxn modelId="{B0D4111B-88F6-451C-B285-C84947E4A808}" type="presParOf" srcId="{5BEB56A7-C50C-4724-BAEC-47F24463AE4B}" destId="{8CB8F290-5CCB-407D-A06D-DDAEB61B749F}" srcOrd="1" destOrd="0" presId="urn:microsoft.com/office/officeart/2018/5/layout/CenteredIconLabelDescriptionList"/>
    <dgm:cxn modelId="{EBFD895D-6921-42A9-83A3-0512031D316E}" type="presParOf" srcId="{5BEB56A7-C50C-4724-BAEC-47F24463AE4B}" destId="{73415E66-F2A1-4B42-8638-F9D57F728221}" srcOrd="2" destOrd="0" presId="urn:microsoft.com/office/officeart/2018/5/layout/CenteredIconLabelDescriptionList"/>
    <dgm:cxn modelId="{1FB5DE8A-487B-4F5B-B301-C30B741B324B}" type="presParOf" srcId="{73415E66-F2A1-4B42-8638-F9D57F728221}" destId="{F880C058-61E8-4865-A5B9-13D94B40A6B8}" srcOrd="0" destOrd="0" presId="urn:microsoft.com/office/officeart/2018/5/layout/CenteredIconLabelDescriptionList"/>
    <dgm:cxn modelId="{AFF28758-D65A-48D6-BF6E-72D3E650D1CE}" type="presParOf" srcId="{73415E66-F2A1-4B42-8638-F9D57F728221}" destId="{7B0BADDB-D8F3-409B-9D81-DD71987E7F45}" srcOrd="1" destOrd="0" presId="urn:microsoft.com/office/officeart/2018/5/layout/CenteredIconLabelDescriptionList"/>
    <dgm:cxn modelId="{A34D1EDB-0527-4063-988B-123AD2A74E90}" type="presParOf" srcId="{73415E66-F2A1-4B42-8638-F9D57F728221}" destId="{E7E18242-3707-4831-94AE-DAF987DAEAAA}" srcOrd="2" destOrd="0" presId="urn:microsoft.com/office/officeart/2018/5/layout/CenteredIconLabelDescriptionList"/>
    <dgm:cxn modelId="{D52BD3B5-3328-4082-BB9F-700DA6D1A611}" type="presParOf" srcId="{73415E66-F2A1-4B42-8638-F9D57F728221}" destId="{BACF7232-164B-4924-AE47-49A3E03010BC}" srcOrd="3" destOrd="0" presId="urn:microsoft.com/office/officeart/2018/5/layout/CenteredIconLabelDescriptionList"/>
    <dgm:cxn modelId="{DE801133-64D2-4CB6-90E4-D5D43DF2FF0F}" type="presParOf" srcId="{73415E66-F2A1-4B42-8638-F9D57F728221}" destId="{D5EF200F-A8C7-4A0D-9D73-8288AE3A152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6019A7-8AEE-4B70-B212-F7DB82623EA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32BEDC0-3317-48D1-882D-3FDF028C4CC0}">
      <dgm:prSet/>
      <dgm:spPr/>
      <dgm:t>
        <a:bodyPr/>
        <a:lstStyle/>
        <a:p>
          <a:r>
            <a:rPr lang="en-US"/>
            <a:t>Based on RBAC </a:t>
          </a:r>
        </a:p>
      </dgm:t>
    </dgm:pt>
    <dgm:pt modelId="{FC28C246-E135-4565-A5D6-D76196DA304F}" type="parTrans" cxnId="{710B89FF-944F-4726-B733-B90ADDD11E7B}">
      <dgm:prSet/>
      <dgm:spPr/>
      <dgm:t>
        <a:bodyPr/>
        <a:lstStyle/>
        <a:p>
          <a:endParaRPr lang="en-US"/>
        </a:p>
      </dgm:t>
    </dgm:pt>
    <dgm:pt modelId="{FB34E613-EDB1-4B28-9B7D-2F2103794951}" type="sibTrans" cxnId="{710B89FF-944F-4726-B733-B90ADDD11E7B}">
      <dgm:prSet/>
      <dgm:spPr/>
      <dgm:t>
        <a:bodyPr/>
        <a:lstStyle/>
        <a:p>
          <a:endParaRPr lang="en-US"/>
        </a:p>
      </dgm:t>
    </dgm:pt>
    <dgm:pt modelId="{A03DFA0D-74C9-48D5-A1DB-F7061704962D}">
      <dgm:prSet/>
      <dgm:spPr/>
      <dgm:t>
        <a:bodyPr/>
        <a:lstStyle/>
        <a:p>
          <a:r>
            <a:rPr lang="en-US"/>
            <a:t>Roles define permissions </a:t>
          </a:r>
        </a:p>
      </dgm:t>
    </dgm:pt>
    <dgm:pt modelId="{5C2D9BF4-AA8A-42BD-B1E9-07295DC190FB}" type="parTrans" cxnId="{0E7DF9D2-D106-4314-BD79-F88ADF114D0E}">
      <dgm:prSet/>
      <dgm:spPr/>
      <dgm:t>
        <a:bodyPr/>
        <a:lstStyle/>
        <a:p>
          <a:endParaRPr lang="en-US"/>
        </a:p>
      </dgm:t>
    </dgm:pt>
    <dgm:pt modelId="{7A7B0224-E412-42C9-BC7D-0231061AC01D}" type="sibTrans" cxnId="{0E7DF9D2-D106-4314-BD79-F88ADF114D0E}">
      <dgm:prSet/>
      <dgm:spPr/>
      <dgm:t>
        <a:bodyPr/>
        <a:lstStyle/>
        <a:p>
          <a:endParaRPr lang="en-US"/>
        </a:p>
      </dgm:t>
    </dgm:pt>
    <dgm:pt modelId="{EDAC9EED-6434-4773-A845-96E8C1400BB2}">
      <dgm:prSet/>
      <dgm:spPr/>
      <dgm:t>
        <a:bodyPr/>
        <a:lstStyle/>
        <a:p>
          <a:r>
            <a:rPr lang="en-US"/>
            <a:t>Users/groups assigned roles </a:t>
          </a:r>
        </a:p>
      </dgm:t>
    </dgm:pt>
    <dgm:pt modelId="{9EC3FD94-6406-4D4C-834F-8E75D68BE635}" type="parTrans" cxnId="{DC21C0CA-B36E-4C97-8D2B-41A7C8A1E36C}">
      <dgm:prSet/>
      <dgm:spPr/>
      <dgm:t>
        <a:bodyPr/>
        <a:lstStyle/>
        <a:p>
          <a:endParaRPr lang="en-US"/>
        </a:p>
      </dgm:t>
    </dgm:pt>
    <dgm:pt modelId="{20A267E9-91B5-4507-A67D-DCE42497E9A6}" type="sibTrans" cxnId="{DC21C0CA-B36E-4C97-8D2B-41A7C8A1E36C}">
      <dgm:prSet/>
      <dgm:spPr/>
      <dgm:t>
        <a:bodyPr/>
        <a:lstStyle/>
        <a:p>
          <a:endParaRPr lang="en-US"/>
        </a:p>
      </dgm:t>
    </dgm:pt>
    <dgm:pt modelId="{0E4C5C57-30DF-4953-BF7E-B9857DFA4DDF}" type="pres">
      <dgm:prSet presAssocID="{DD6019A7-8AEE-4B70-B212-F7DB82623EAF}" presName="root" presStyleCnt="0">
        <dgm:presLayoutVars>
          <dgm:dir/>
          <dgm:resizeHandles val="exact"/>
        </dgm:presLayoutVars>
      </dgm:prSet>
      <dgm:spPr/>
    </dgm:pt>
    <dgm:pt modelId="{DBFC4BF4-4C2C-45F9-A932-69919AACCA39}" type="pres">
      <dgm:prSet presAssocID="{A32BEDC0-3317-48D1-882D-3FDF028C4CC0}" presName="compNode" presStyleCnt="0"/>
      <dgm:spPr/>
    </dgm:pt>
    <dgm:pt modelId="{3EE06DD8-2F43-48D7-9888-F89A0AD07499}" type="pres">
      <dgm:prSet presAssocID="{A32BEDC0-3317-48D1-882D-3FDF028C4CC0}" presName="bgRect" presStyleLbl="bgShp" presStyleIdx="0" presStyleCnt="3"/>
      <dgm:spPr/>
    </dgm:pt>
    <dgm:pt modelId="{AFB431C8-5942-496F-B73C-66532F2C2CCF}" type="pres">
      <dgm:prSet presAssocID="{A32BEDC0-3317-48D1-882D-3FDF028C4CC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0BA9EB5-7B66-44BB-9BC2-B7616A06397E}" type="pres">
      <dgm:prSet presAssocID="{A32BEDC0-3317-48D1-882D-3FDF028C4CC0}" presName="spaceRect" presStyleCnt="0"/>
      <dgm:spPr/>
    </dgm:pt>
    <dgm:pt modelId="{D57560E7-8921-4EAB-839D-5F9301397A55}" type="pres">
      <dgm:prSet presAssocID="{A32BEDC0-3317-48D1-882D-3FDF028C4CC0}" presName="parTx" presStyleLbl="revTx" presStyleIdx="0" presStyleCnt="3">
        <dgm:presLayoutVars>
          <dgm:chMax val="0"/>
          <dgm:chPref val="0"/>
        </dgm:presLayoutVars>
      </dgm:prSet>
      <dgm:spPr/>
    </dgm:pt>
    <dgm:pt modelId="{83F84C8D-48F0-4198-8856-1314662EE874}" type="pres">
      <dgm:prSet presAssocID="{FB34E613-EDB1-4B28-9B7D-2F2103794951}" presName="sibTrans" presStyleCnt="0"/>
      <dgm:spPr/>
    </dgm:pt>
    <dgm:pt modelId="{4533669D-44B6-40C7-A0B0-49E5BF49EAFF}" type="pres">
      <dgm:prSet presAssocID="{A03DFA0D-74C9-48D5-A1DB-F7061704962D}" presName="compNode" presStyleCnt="0"/>
      <dgm:spPr/>
    </dgm:pt>
    <dgm:pt modelId="{0B0C98F8-9C16-4AFE-9946-D8E3F9FBA04B}" type="pres">
      <dgm:prSet presAssocID="{A03DFA0D-74C9-48D5-A1DB-F7061704962D}" presName="bgRect" presStyleLbl="bgShp" presStyleIdx="1" presStyleCnt="3"/>
      <dgm:spPr/>
    </dgm:pt>
    <dgm:pt modelId="{6605FC06-2E49-4274-947D-688FF5575F84}" type="pres">
      <dgm:prSet presAssocID="{A03DFA0D-74C9-48D5-A1DB-F7061704962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C32CAF5-7118-436F-A730-BAC6ED9A9123}" type="pres">
      <dgm:prSet presAssocID="{A03DFA0D-74C9-48D5-A1DB-F7061704962D}" presName="spaceRect" presStyleCnt="0"/>
      <dgm:spPr/>
    </dgm:pt>
    <dgm:pt modelId="{DE40BBA6-E7C8-49D5-9664-081E75464C8E}" type="pres">
      <dgm:prSet presAssocID="{A03DFA0D-74C9-48D5-A1DB-F7061704962D}" presName="parTx" presStyleLbl="revTx" presStyleIdx="1" presStyleCnt="3">
        <dgm:presLayoutVars>
          <dgm:chMax val="0"/>
          <dgm:chPref val="0"/>
        </dgm:presLayoutVars>
      </dgm:prSet>
      <dgm:spPr/>
    </dgm:pt>
    <dgm:pt modelId="{E147F4EA-BC05-46BA-A297-545D27F6C4EB}" type="pres">
      <dgm:prSet presAssocID="{7A7B0224-E412-42C9-BC7D-0231061AC01D}" presName="sibTrans" presStyleCnt="0"/>
      <dgm:spPr/>
    </dgm:pt>
    <dgm:pt modelId="{35F46FE9-C347-4F63-ABED-3292AA50D270}" type="pres">
      <dgm:prSet presAssocID="{EDAC9EED-6434-4773-A845-96E8C1400BB2}" presName="compNode" presStyleCnt="0"/>
      <dgm:spPr/>
    </dgm:pt>
    <dgm:pt modelId="{45E7338A-0ED1-4424-AFA1-FDF193533F2B}" type="pres">
      <dgm:prSet presAssocID="{EDAC9EED-6434-4773-A845-96E8C1400BB2}" presName="bgRect" presStyleLbl="bgShp" presStyleIdx="2" presStyleCnt="3"/>
      <dgm:spPr/>
    </dgm:pt>
    <dgm:pt modelId="{5AEB8D0A-527D-4433-AD36-29871ED27463}" type="pres">
      <dgm:prSet presAssocID="{EDAC9EED-6434-4773-A845-96E8C1400BB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m"/>
        </a:ext>
      </dgm:extLst>
    </dgm:pt>
    <dgm:pt modelId="{FB70703C-BD49-40DD-9C75-A53822FA0AC9}" type="pres">
      <dgm:prSet presAssocID="{EDAC9EED-6434-4773-A845-96E8C1400BB2}" presName="spaceRect" presStyleCnt="0"/>
      <dgm:spPr/>
    </dgm:pt>
    <dgm:pt modelId="{5D884BBC-7104-42BA-87F5-34968A5CFB24}" type="pres">
      <dgm:prSet presAssocID="{EDAC9EED-6434-4773-A845-96E8C1400BB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ACD9B1E-EB24-4403-8227-A721AC5003F1}" type="presOf" srcId="{EDAC9EED-6434-4773-A845-96E8C1400BB2}" destId="{5D884BBC-7104-42BA-87F5-34968A5CFB24}" srcOrd="0" destOrd="0" presId="urn:microsoft.com/office/officeart/2018/2/layout/IconVerticalSolidList"/>
    <dgm:cxn modelId="{5960CE2F-75A1-450F-8053-3707B2E9EAF4}" type="presOf" srcId="{A32BEDC0-3317-48D1-882D-3FDF028C4CC0}" destId="{D57560E7-8921-4EAB-839D-5F9301397A55}" srcOrd="0" destOrd="0" presId="urn:microsoft.com/office/officeart/2018/2/layout/IconVerticalSolidList"/>
    <dgm:cxn modelId="{962A8A31-121A-4AC6-9DAC-A68352B48C5B}" type="presOf" srcId="{DD6019A7-8AEE-4B70-B212-F7DB82623EAF}" destId="{0E4C5C57-30DF-4953-BF7E-B9857DFA4DDF}" srcOrd="0" destOrd="0" presId="urn:microsoft.com/office/officeart/2018/2/layout/IconVerticalSolidList"/>
    <dgm:cxn modelId="{1957CC79-AC49-43A5-9F30-FB77C52F80CF}" type="presOf" srcId="{A03DFA0D-74C9-48D5-A1DB-F7061704962D}" destId="{DE40BBA6-E7C8-49D5-9664-081E75464C8E}" srcOrd="0" destOrd="0" presId="urn:microsoft.com/office/officeart/2018/2/layout/IconVerticalSolidList"/>
    <dgm:cxn modelId="{DC21C0CA-B36E-4C97-8D2B-41A7C8A1E36C}" srcId="{DD6019A7-8AEE-4B70-B212-F7DB82623EAF}" destId="{EDAC9EED-6434-4773-A845-96E8C1400BB2}" srcOrd="2" destOrd="0" parTransId="{9EC3FD94-6406-4D4C-834F-8E75D68BE635}" sibTransId="{20A267E9-91B5-4507-A67D-DCE42497E9A6}"/>
    <dgm:cxn modelId="{0E7DF9D2-D106-4314-BD79-F88ADF114D0E}" srcId="{DD6019A7-8AEE-4B70-B212-F7DB82623EAF}" destId="{A03DFA0D-74C9-48D5-A1DB-F7061704962D}" srcOrd="1" destOrd="0" parTransId="{5C2D9BF4-AA8A-42BD-B1E9-07295DC190FB}" sibTransId="{7A7B0224-E412-42C9-BC7D-0231061AC01D}"/>
    <dgm:cxn modelId="{710B89FF-944F-4726-B733-B90ADDD11E7B}" srcId="{DD6019A7-8AEE-4B70-B212-F7DB82623EAF}" destId="{A32BEDC0-3317-48D1-882D-3FDF028C4CC0}" srcOrd="0" destOrd="0" parTransId="{FC28C246-E135-4565-A5D6-D76196DA304F}" sibTransId="{FB34E613-EDB1-4B28-9B7D-2F2103794951}"/>
    <dgm:cxn modelId="{50D57B1F-EAC3-4079-A9D4-E852873DCAF5}" type="presParOf" srcId="{0E4C5C57-30DF-4953-BF7E-B9857DFA4DDF}" destId="{DBFC4BF4-4C2C-45F9-A932-69919AACCA39}" srcOrd="0" destOrd="0" presId="urn:microsoft.com/office/officeart/2018/2/layout/IconVerticalSolidList"/>
    <dgm:cxn modelId="{042BDB0D-56B4-4F87-ACAC-4B5EE51B21B4}" type="presParOf" srcId="{DBFC4BF4-4C2C-45F9-A932-69919AACCA39}" destId="{3EE06DD8-2F43-48D7-9888-F89A0AD07499}" srcOrd="0" destOrd="0" presId="urn:microsoft.com/office/officeart/2018/2/layout/IconVerticalSolidList"/>
    <dgm:cxn modelId="{B216B973-640C-45A5-B616-AB16AF7E9965}" type="presParOf" srcId="{DBFC4BF4-4C2C-45F9-A932-69919AACCA39}" destId="{AFB431C8-5942-496F-B73C-66532F2C2CCF}" srcOrd="1" destOrd="0" presId="urn:microsoft.com/office/officeart/2018/2/layout/IconVerticalSolidList"/>
    <dgm:cxn modelId="{991ACF8C-B02B-4215-B0EB-9401874199A1}" type="presParOf" srcId="{DBFC4BF4-4C2C-45F9-A932-69919AACCA39}" destId="{00BA9EB5-7B66-44BB-9BC2-B7616A06397E}" srcOrd="2" destOrd="0" presId="urn:microsoft.com/office/officeart/2018/2/layout/IconVerticalSolidList"/>
    <dgm:cxn modelId="{BC53CE3E-5A9F-4FFD-AB84-D7F48B0ADBEE}" type="presParOf" srcId="{DBFC4BF4-4C2C-45F9-A932-69919AACCA39}" destId="{D57560E7-8921-4EAB-839D-5F9301397A55}" srcOrd="3" destOrd="0" presId="urn:microsoft.com/office/officeart/2018/2/layout/IconVerticalSolidList"/>
    <dgm:cxn modelId="{0E2A8093-2E7F-4795-8B12-AE5679111603}" type="presParOf" srcId="{0E4C5C57-30DF-4953-BF7E-B9857DFA4DDF}" destId="{83F84C8D-48F0-4198-8856-1314662EE874}" srcOrd="1" destOrd="0" presId="urn:microsoft.com/office/officeart/2018/2/layout/IconVerticalSolidList"/>
    <dgm:cxn modelId="{297B6CBD-558B-440C-93D3-C1A805FDC069}" type="presParOf" srcId="{0E4C5C57-30DF-4953-BF7E-B9857DFA4DDF}" destId="{4533669D-44B6-40C7-A0B0-49E5BF49EAFF}" srcOrd="2" destOrd="0" presId="urn:microsoft.com/office/officeart/2018/2/layout/IconVerticalSolidList"/>
    <dgm:cxn modelId="{38500459-B232-4D23-9C79-AE3E7DBB315A}" type="presParOf" srcId="{4533669D-44B6-40C7-A0B0-49E5BF49EAFF}" destId="{0B0C98F8-9C16-4AFE-9946-D8E3F9FBA04B}" srcOrd="0" destOrd="0" presId="urn:microsoft.com/office/officeart/2018/2/layout/IconVerticalSolidList"/>
    <dgm:cxn modelId="{1253C420-AEC0-427E-95A6-18731903012D}" type="presParOf" srcId="{4533669D-44B6-40C7-A0B0-49E5BF49EAFF}" destId="{6605FC06-2E49-4274-947D-688FF5575F84}" srcOrd="1" destOrd="0" presId="urn:microsoft.com/office/officeart/2018/2/layout/IconVerticalSolidList"/>
    <dgm:cxn modelId="{A454389B-E0B1-48BE-9983-8794EC7FF503}" type="presParOf" srcId="{4533669D-44B6-40C7-A0B0-49E5BF49EAFF}" destId="{3C32CAF5-7118-436F-A730-BAC6ED9A9123}" srcOrd="2" destOrd="0" presId="urn:microsoft.com/office/officeart/2018/2/layout/IconVerticalSolidList"/>
    <dgm:cxn modelId="{08BF41A7-4007-4533-AC40-BC4DA6BE0DAA}" type="presParOf" srcId="{4533669D-44B6-40C7-A0B0-49E5BF49EAFF}" destId="{DE40BBA6-E7C8-49D5-9664-081E75464C8E}" srcOrd="3" destOrd="0" presId="urn:microsoft.com/office/officeart/2018/2/layout/IconVerticalSolidList"/>
    <dgm:cxn modelId="{58043382-7CCF-4556-BD5E-08906679CE9C}" type="presParOf" srcId="{0E4C5C57-30DF-4953-BF7E-B9857DFA4DDF}" destId="{E147F4EA-BC05-46BA-A297-545D27F6C4EB}" srcOrd="3" destOrd="0" presId="urn:microsoft.com/office/officeart/2018/2/layout/IconVerticalSolidList"/>
    <dgm:cxn modelId="{07B0C8E3-F4F0-45F7-8E9F-F128E8F7055D}" type="presParOf" srcId="{0E4C5C57-30DF-4953-BF7E-B9857DFA4DDF}" destId="{35F46FE9-C347-4F63-ABED-3292AA50D270}" srcOrd="4" destOrd="0" presId="urn:microsoft.com/office/officeart/2018/2/layout/IconVerticalSolidList"/>
    <dgm:cxn modelId="{50500FC8-3090-4F46-B81C-09A4D3910850}" type="presParOf" srcId="{35F46FE9-C347-4F63-ABED-3292AA50D270}" destId="{45E7338A-0ED1-4424-AFA1-FDF193533F2B}" srcOrd="0" destOrd="0" presId="urn:microsoft.com/office/officeart/2018/2/layout/IconVerticalSolidList"/>
    <dgm:cxn modelId="{67399E45-E059-4CD8-B455-4365D4C64A06}" type="presParOf" srcId="{35F46FE9-C347-4F63-ABED-3292AA50D270}" destId="{5AEB8D0A-527D-4433-AD36-29871ED27463}" srcOrd="1" destOrd="0" presId="urn:microsoft.com/office/officeart/2018/2/layout/IconVerticalSolidList"/>
    <dgm:cxn modelId="{5205FE07-C5D1-4010-A863-23038537A0CB}" type="presParOf" srcId="{35F46FE9-C347-4F63-ABED-3292AA50D270}" destId="{FB70703C-BD49-40DD-9C75-A53822FA0AC9}" srcOrd="2" destOrd="0" presId="urn:microsoft.com/office/officeart/2018/2/layout/IconVerticalSolidList"/>
    <dgm:cxn modelId="{01BB5762-964F-4C6A-B810-C3FE65CB57B7}" type="presParOf" srcId="{35F46FE9-C347-4F63-ABED-3292AA50D270}" destId="{5D884BBC-7104-42BA-87F5-34968A5CFB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1179560-517E-4ADE-8F21-C1B4AECDF04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69A0813-DA73-4AB2-8590-DA3FA6A3B3D2}">
      <dgm:prSet/>
      <dgm:spPr/>
      <dgm:t>
        <a:bodyPr/>
        <a:lstStyle/>
        <a:p>
          <a:r>
            <a:rPr lang="en-US" b="0" i="0" baseline="0"/>
            <a:t>Role → set of permissions </a:t>
          </a:r>
          <a:endParaRPr lang="en-US"/>
        </a:p>
      </dgm:t>
    </dgm:pt>
    <dgm:pt modelId="{A1B666E6-D884-4E45-8DC7-D8AA00A48CFF}" type="parTrans" cxnId="{019202F5-2D37-4511-BE01-B9152554659C}">
      <dgm:prSet/>
      <dgm:spPr/>
      <dgm:t>
        <a:bodyPr/>
        <a:lstStyle/>
        <a:p>
          <a:endParaRPr lang="en-US"/>
        </a:p>
      </dgm:t>
    </dgm:pt>
    <dgm:pt modelId="{144A6D1D-3AAD-4993-9987-8D7B9E14AAB2}" type="sibTrans" cxnId="{019202F5-2D37-4511-BE01-B9152554659C}">
      <dgm:prSet/>
      <dgm:spPr/>
      <dgm:t>
        <a:bodyPr/>
        <a:lstStyle/>
        <a:p>
          <a:endParaRPr lang="en-US"/>
        </a:p>
      </dgm:t>
    </dgm:pt>
    <dgm:pt modelId="{56A326F7-486B-44B5-8AE0-AE5325F206B0}">
      <dgm:prSet/>
      <dgm:spPr/>
      <dgm:t>
        <a:bodyPr/>
        <a:lstStyle/>
        <a:p>
          <a:r>
            <a:rPr lang="en-US" b="0" i="0" baseline="0"/>
            <a:t>RoleBinding → assign role to user </a:t>
          </a:r>
          <a:endParaRPr lang="en-US"/>
        </a:p>
      </dgm:t>
    </dgm:pt>
    <dgm:pt modelId="{385A27A7-20D9-4B2F-ADC8-2A3BA706FDCD}" type="parTrans" cxnId="{5CF0810E-232F-465F-B356-31B5785359A8}">
      <dgm:prSet/>
      <dgm:spPr/>
      <dgm:t>
        <a:bodyPr/>
        <a:lstStyle/>
        <a:p>
          <a:endParaRPr lang="en-US"/>
        </a:p>
      </dgm:t>
    </dgm:pt>
    <dgm:pt modelId="{D33A8850-B7FD-4241-85D2-4A66C947301C}" type="sibTrans" cxnId="{5CF0810E-232F-465F-B356-31B5785359A8}">
      <dgm:prSet/>
      <dgm:spPr/>
      <dgm:t>
        <a:bodyPr/>
        <a:lstStyle/>
        <a:p>
          <a:endParaRPr lang="en-US"/>
        </a:p>
      </dgm:t>
    </dgm:pt>
    <dgm:pt modelId="{6FEC9A59-4563-4242-BCF1-B01406C9C7D5}">
      <dgm:prSet/>
      <dgm:spPr/>
      <dgm:t>
        <a:bodyPr/>
        <a:lstStyle/>
        <a:p>
          <a:r>
            <a:rPr lang="en-US" b="0" i="0" baseline="0"/>
            <a:t>ClusterRole → cluster-wide role </a:t>
          </a:r>
          <a:endParaRPr lang="en-US"/>
        </a:p>
      </dgm:t>
    </dgm:pt>
    <dgm:pt modelId="{B9F88DF2-DB4A-42AC-B5F2-DE33C329C64A}" type="parTrans" cxnId="{210EAF72-ED42-4971-9B62-F921933EF761}">
      <dgm:prSet/>
      <dgm:spPr/>
      <dgm:t>
        <a:bodyPr/>
        <a:lstStyle/>
        <a:p>
          <a:endParaRPr lang="en-US"/>
        </a:p>
      </dgm:t>
    </dgm:pt>
    <dgm:pt modelId="{BFFF5E40-3116-4D07-9EC8-CB1079E8DBEF}" type="sibTrans" cxnId="{210EAF72-ED42-4971-9B62-F921933EF761}">
      <dgm:prSet/>
      <dgm:spPr/>
      <dgm:t>
        <a:bodyPr/>
        <a:lstStyle/>
        <a:p>
          <a:endParaRPr lang="en-US"/>
        </a:p>
      </dgm:t>
    </dgm:pt>
    <dgm:pt modelId="{F9B0CE0B-0C82-4EC1-B4E3-1842AB45BAA0}" type="pres">
      <dgm:prSet presAssocID="{21179560-517E-4ADE-8F21-C1B4AECDF04D}" presName="linear" presStyleCnt="0">
        <dgm:presLayoutVars>
          <dgm:animLvl val="lvl"/>
          <dgm:resizeHandles val="exact"/>
        </dgm:presLayoutVars>
      </dgm:prSet>
      <dgm:spPr/>
    </dgm:pt>
    <dgm:pt modelId="{D7578EAD-FEE6-4179-AF4B-06144715EB7F}" type="pres">
      <dgm:prSet presAssocID="{D69A0813-DA73-4AB2-8590-DA3FA6A3B3D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BA213E9-7F0F-474C-9932-3DDE273C37E6}" type="pres">
      <dgm:prSet presAssocID="{144A6D1D-3AAD-4993-9987-8D7B9E14AAB2}" presName="spacer" presStyleCnt="0"/>
      <dgm:spPr/>
    </dgm:pt>
    <dgm:pt modelId="{DEF0E124-4D0C-44D6-809E-C23CB669DCC8}" type="pres">
      <dgm:prSet presAssocID="{56A326F7-486B-44B5-8AE0-AE5325F206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447D717-E41E-4B55-B69A-F923EE3C763E}" type="pres">
      <dgm:prSet presAssocID="{D33A8850-B7FD-4241-85D2-4A66C947301C}" presName="spacer" presStyleCnt="0"/>
      <dgm:spPr/>
    </dgm:pt>
    <dgm:pt modelId="{CA958681-4D8E-4B8A-A41F-013A65F2D31B}" type="pres">
      <dgm:prSet presAssocID="{6FEC9A59-4563-4242-BCF1-B01406C9C7D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CF0810E-232F-465F-B356-31B5785359A8}" srcId="{21179560-517E-4ADE-8F21-C1B4AECDF04D}" destId="{56A326F7-486B-44B5-8AE0-AE5325F206B0}" srcOrd="1" destOrd="0" parTransId="{385A27A7-20D9-4B2F-ADC8-2A3BA706FDCD}" sibTransId="{D33A8850-B7FD-4241-85D2-4A66C947301C}"/>
    <dgm:cxn modelId="{48ED1315-54E6-4272-BF9E-BD965E2E4E81}" type="presOf" srcId="{56A326F7-486B-44B5-8AE0-AE5325F206B0}" destId="{DEF0E124-4D0C-44D6-809E-C23CB669DCC8}" srcOrd="0" destOrd="0" presId="urn:microsoft.com/office/officeart/2005/8/layout/vList2"/>
    <dgm:cxn modelId="{210EAF72-ED42-4971-9B62-F921933EF761}" srcId="{21179560-517E-4ADE-8F21-C1B4AECDF04D}" destId="{6FEC9A59-4563-4242-BCF1-B01406C9C7D5}" srcOrd="2" destOrd="0" parTransId="{B9F88DF2-DB4A-42AC-B5F2-DE33C329C64A}" sibTransId="{BFFF5E40-3116-4D07-9EC8-CB1079E8DBEF}"/>
    <dgm:cxn modelId="{CCEB8379-5584-4EDB-9647-1AEBF320A645}" type="presOf" srcId="{21179560-517E-4ADE-8F21-C1B4AECDF04D}" destId="{F9B0CE0B-0C82-4EC1-B4E3-1842AB45BAA0}" srcOrd="0" destOrd="0" presId="urn:microsoft.com/office/officeart/2005/8/layout/vList2"/>
    <dgm:cxn modelId="{2C47AECE-6CF0-4418-B837-643DFB122073}" type="presOf" srcId="{6FEC9A59-4563-4242-BCF1-B01406C9C7D5}" destId="{CA958681-4D8E-4B8A-A41F-013A65F2D31B}" srcOrd="0" destOrd="0" presId="urn:microsoft.com/office/officeart/2005/8/layout/vList2"/>
    <dgm:cxn modelId="{732346DE-2C3A-4D8A-A6A1-BDA4DE0331CE}" type="presOf" srcId="{D69A0813-DA73-4AB2-8590-DA3FA6A3B3D2}" destId="{D7578EAD-FEE6-4179-AF4B-06144715EB7F}" srcOrd="0" destOrd="0" presId="urn:microsoft.com/office/officeart/2005/8/layout/vList2"/>
    <dgm:cxn modelId="{019202F5-2D37-4511-BE01-B9152554659C}" srcId="{21179560-517E-4ADE-8F21-C1B4AECDF04D}" destId="{D69A0813-DA73-4AB2-8590-DA3FA6A3B3D2}" srcOrd="0" destOrd="0" parTransId="{A1B666E6-D884-4E45-8DC7-D8AA00A48CFF}" sibTransId="{144A6D1D-3AAD-4993-9987-8D7B9E14AAB2}"/>
    <dgm:cxn modelId="{71FC2B5F-40AF-4333-B38D-5AB45E8B76C3}" type="presParOf" srcId="{F9B0CE0B-0C82-4EC1-B4E3-1842AB45BAA0}" destId="{D7578EAD-FEE6-4179-AF4B-06144715EB7F}" srcOrd="0" destOrd="0" presId="urn:microsoft.com/office/officeart/2005/8/layout/vList2"/>
    <dgm:cxn modelId="{725C57E2-578E-4E38-B22B-E442F845168A}" type="presParOf" srcId="{F9B0CE0B-0C82-4EC1-B4E3-1842AB45BAA0}" destId="{2BA213E9-7F0F-474C-9932-3DDE273C37E6}" srcOrd="1" destOrd="0" presId="urn:microsoft.com/office/officeart/2005/8/layout/vList2"/>
    <dgm:cxn modelId="{16E333A2-4763-46EB-B99B-2A0C79EDDBB5}" type="presParOf" srcId="{F9B0CE0B-0C82-4EC1-B4E3-1842AB45BAA0}" destId="{DEF0E124-4D0C-44D6-809E-C23CB669DCC8}" srcOrd="2" destOrd="0" presId="urn:microsoft.com/office/officeart/2005/8/layout/vList2"/>
    <dgm:cxn modelId="{F6DF6F66-D9F6-486F-98AD-AA54DFD98272}" type="presParOf" srcId="{F9B0CE0B-0C82-4EC1-B4E3-1842AB45BAA0}" destId="{F447D717-E41E-4B55-B69A-F923EE3C763E}" srcOrd="3" destOrd="0" presId="urn:microsoft.com/office/officeart/2005/8/layout/vList2"/>
    <dgm:cxn modelId="{A28A9DC8-15CF-4025-8E01-10BEE10A9FE2}" type="presParOf" srcId="{F9B0CE0B-0C82-4EC1-B4E3-1842AB45BAA0}" destId="{CA958681-4D8E-4B8A-A41F-013A65F2D31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1882730-B22E-411F-8414-570AC3FF40E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6F67C9B-EBBA-4D5D-9559-670D29E08CEA}">
      <dgm:prSet/>
      <dgm:spPr/>
      <dgm:t>
        <a:bodyPr/>
        <a:lstStyle/>
        <a:p>
          <a:r>
            <a:rPr lang="en-US" b="0" i="0" baseline="0"/>
            <a:t>admin → full project access </a:t>
          </a:r>
          <a:endParaRPr lang="en-US"/>
        </a:p>
      </dgm:t>
    </dgm:pt>
    <dgm:pt modelId="{12AAEF3B-F3CC-41AA-A864-66F03C23A81A}" type="parTrans" cxnId="{4C59E203-0BBF-4C28-B24F-C0640C0995CD}">
      <dgm:prSet/>
      <dgm:spPr/>
      <dgm:t>
        <a:bodyPr/>
        <a:lstStyle/>
        <a:p>
          <a:endParaRPr lang="en-US"/>
        </a:p>
      </dgm:t>
    </dgm:pt>
    <dgm:pt modelId="{EEC77C58-5AF4-4840-9661-71CA1208ED0D}" type="sibTrans" cxnId="{4C59E203-0BBF-4C28-B24F-C0640C0995CD}">
      <dgm:prSet/>
      <dgm:spPr/>
      <dgm:t>
        <a:bodyPr/>
        <a:lstStyle/>
        <a:p>
          <a:endParaRPr lang="en-US"/>
        </a:p>
      </dgm:t>
    </dgm:pt>
    <dgm:pt modelId="{B6DE2B3F-B427-4AC5-AE11-B4144D073D23}">
      <dgm:prSet/>
      <dgm:spPr/>
      <dgm:t>
        <a:bodyPr/>
        <a:lstStyle/>
        <a:p>
          <a:r>
            <a:rPr lang="en-US" b="0" i="0" baseline="0"/>
            <a:t>edit → modify resources </a:t>
          </a:r>
          <a:endParaRPr lang="en-US"/>
        </a:p>
      </dgm:t>
    </dgm:pt>
    <dgm:pt modelId="{4BF28CEC-9537-4F85-815B-3D13F6E7B7B4}" type="parTrans" cxnId="{68A993D9-F20C-4229-BF43-A1BABCEDEF3B}">
      <dgm:prSet/>
      <dgm:spPr/>
      <dgm:t>
        <a:bodyPr/>
        <a:lstStyle/>
        <a:p>
          <a:endParaRPr lang="en-US"/>
        </a:p>
      </dgm:t>
    </dgm:pt>
    <dgm:pt modelId="{B61733F2-3531-43E2-9851-A3077CEE97B3}" type="sibTrans" cxnId="{68A993D9-F20C-4229-BF43-A1BABCEDEF3B}">
      <dgm:prSet/>
      <dgm:spPr/>
      <dgm:t>
        <a:bodyPr/>
        <a:lstStyle/>
        <a:p>
          <a:endParaRPr lang="en-US"/>
        </a:p>
      </dgm:t>
    </dgm:pt>
    <dgm:pt modelId="{BA0DA373-72E1-4743-A5D0-1757D2865B8B}">
      <dgm:prSet/>
      <dgm:spPr/>
      <dgm:t>
        <a:bodyPr/>
        <a:lstStyle/>
        <a:p>
          <a:r>
            <a:rPr lang="en-US" b="0" i="0" baseline="0"/>
            <a:t>view → read-only </a:t>
          </a:r>
          <a:endParaRPr lang="en-US"/>
        </a:p>
      </dgm:t>
    </dgm:pt>
    <dgm:pt modelId="{E95C11AF-DC96-4E5E-96FF-519A7E6D6CAC}" type="parTrans" cxnId="{05CDE63C-C827-4CBE-8749-63131D204EAE}">
      <dgm:prSet/>
      <dgm:spPr/>
      <dgm:t>
        <a:bodyPr/>
        <a:lstStyle/>
        <a:p>
          <a:endParaRPr lang="en-US"/>
        </a:p>
      </dgm:t>
    </dgm:pt>
    <dgm:pt modelId="{5AA7B72C-DABE-4B03-985C-1420FD8C8E04}" type="sibTrans" cxnId="{05CDE63C-C827-4CBE-8749-63131D204EAE}">
      <dgm:prSet/>
      <dgm:spPr/>
      <dgm:t>
        <a:bodyPr/>
        <a:lstStyle/>
        <a:p>
          <a:endParaRPr lang="en-US"/>
        </a:p>
      </dgm:t>
    </dgm:pt>
    <dgm:pt modelId="{4695CFA9-A595-4840-B6CD-D8F61F11CE3F}" type="pres">
      <dgm:prSet presAssocID="{F1882730-B22E-411F-8414-570AC3FF40E9}" presName="linear" presStyleCnt="0">
        <dgm:presLayoutVars>
          <dgm:animLvl val="lvl"/>
          <dgm:resizeHandles val="exact"/>
        </dgm:presLayoutVars>
      </dgm:prSet>
      <dgm:spPr/>
    </dgm:pt>
    <dgm:pt modelId="{F81B0FE9-E38C-4D6A-851F-98EF40D8ADC4}" type="pres">
      <dgm:prSet presAssocID="{56F67C9B-EBBA-4D5D-9559-670D29E08CE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4C12C77-8326-4F91-AD54-FDA45536C728}" type="pres">
      <dgm:prSet presAssocID="{EEC77C58-5AF4-4840-9661-71CA1208ED0D}" presName="spacer" presStyleCnt="0"/>
      <dgm:spPr/>
    </dgm:pt>
    <dgm:pt modelId="{653EF05E-3B21-4839-8865-35929F21EE37}" type="pres">
      <dgm:prSet presAssocID="{B6DE2B3F-B427-4AC5-AE11-B4144D073D2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633402C-4ACA-4132-9A5B-81504DBB78D9}" type="pres">
      <dgm:prSet presAssocID="{B61733F2-3531-43E2-9851-A3077CEE97B3}" presName="spacer" presStyleCnt="0"/>
      <dgm:spPr/>
    </dgm:pt>
    <dgm:pt modelId="{64D100D8-D6E6-4A9B-A5E7-50F2D9FCE122}" type="pres">
      <dgm:prSet presAssocID="{BA0DA373-72E1-4743-A5D0-1757D2865B8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C59E203-0BBF-4C28-B24F-C0640C0995CD}" srcId="{F1882730-B22E-411F-8414-570AC3FF40E9}" destId="{56F67C9B-EBBA-4D5D-9559-670D29E08CEA}" srcOrd="0" destOrd="0" parTransId="{12AAEF3B-F3CC-41AA-A864-66F03C23A81A}" sibTransId="{EEC77C58-5AF4-4840-9661-71CA1208ED0D}"/>
    <dgm:cxn modelId="{05CDE63C-C827-4CBE-8749-63131D204EAE}" srcId="{F1882730-B22E-411F-8414-570AC3FF40E9}" destId="{BA0DA373-72E1-4743-A5D0-1757D2865B8B}" srcOrd="2" destOrd="0" parTransId="{E95C11AF-DC96-4E5E-96FF-519A7E6D6CAC}" sibTransId="{5AA7B72C-DABE-4B03-985C-1420FD8C8E04}"/>
    <dgm:cxn modelId="{3EF0663D-7584-4D9E-99E1-1A5FDEB488E2}" type="presOf" srcId="{F1882730-B22E-411F-8414-570AC3FF40E9}" destId="{4695CFA9-A595-4840-B6CD-D8F61F11CE3F}" srcOrd="0" destOrd="0" presId="urn:microsoft.com/office/officeart/2005/8/layout/vList2"/>
    <dgm:cxn modelId="{458CDF5C-D333-43F6-9D32-05D159D05CC8}" type="presOf" srcId="{B6DE2B3F-B427-4AC5-AE11-B4144D073D23}" destId="{653EF05E-3B21-4839-8865-35929F21EE37}" srcOrd="0" destOrd="0" presId="urn:microsoft.com/office/officeart/2005/8/layout/vList2"/>
    <dgm:cxn modelId="{F70D0D60-58E9-4836-86C8-8E703B2BDEE5}" type="presOf" srcId="{56F67C9B-EBBA-4D5D-9559-670D29E08CEA}" destId="{F81B0FE9-E38C-4D6A-851F-98EF40D8ADC4}" srcOrd="0" destOrd="0" presId="urn:microsoft.com/office/officeart/2005/8/layout/vList2"/>
    <dgm:cxn modelId="{C5EE31CF-FE00-44DC-BF3E-E23533A5E59F}" type="presOf" srcId="{BA0DA373-72E1-4743-A5D0-1757D2865B8B}" destId="{64D100D8-D6E6-4A9B-A5E7-50F2D9FCE122}" srcOrd="0" destOrd="0" presId="urn:microsoft.com/office/officeart/2005/8/layout/vList2"/>
    <dgm:cxn modelId="{68A993D9-F20C-4229-BF43-A1BABCEDEF3B}" srcId="{F1882730-B22E-411F-8414-570AC3FF40E9}" destId="{B6DE2B3F-B427-4AC5-AE11-B4144D073D23}" srcOrd="1" destOrd="0" parTransId="{4BF28CEC-9537-4F85-815B-3D13F6E7B7B4}" sibTransId="{B61733F2-3531-43E2-9851-A3077CEE97B3}"/>
    <dgm:cxn modelId="{11C9A15C-3203-48E3-98F0-DD0242F0BF23}" type="presParOf" srcId="{4695CFA9-A595-4840-B6CD-D8F61F11CE3F}" destId="{F81B0FE9-E38C-4D6A-851F-98EF40D8ADC4}" srcOrd="0" destOrd="0" presId="urn:microsoft.com/office/officeart/2005/8/layout/vList2"/>
    <dgm:cxn modelId="{5B62A2D0-0A25-4085-9711-3467D0F775E3}" type="presParOf" srcId="{4695CFA9-A595-4840-B6CD-D8F61F11CE3F}" destId="{74C12C77-8326-4F91-AD54-FDA45536C728}" srcOrd="1" destOrd="0" presId="urn:microsoft.com/office/officeart/2005/8/layout/vList2"/>
    <dgm:cxn modelId="{67292205-115D-45BD-8B9B-10F0D83F2D12}" type="presParOf" srcId="{4695CFA9-A595-4840-B6CD-D8F61F11CE3F}" destId="{653EF05E-3B21-4839-8865-35929F21EE37}" srcOrd="2" destOrd="0" presId="urn:microsoft.com/office/officeart/2005/8/layout/vList2"/>
    <dgm:cxn modelId="{939CE94D-B835-40F0-B026-4E765BEA6A51}" type="presParOf" srcId="{4695CFA9-A595-4840-B6CD-D8F61F11CE3F}" destId="{2633402C-4ACA-4132-9A5B-81504DBB78D9}" srcOrd="3" destOrd="0" presId="urn:microsoft.com/office/officeart/2005/8/layout/vList2"/>
    <dgm:cxn modelId="{1C4B4FE9-2067-4A6A-A888-5BFDD926CFA6}" type="presParOf" srcId="{4695CFA9-A595-4840-B6CD-D8F61F11CE3F}" destId="{64D100D8-D6E6-4A9B-A5E7-50F2D9FCE12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EB7F54B-BEEE-487B-90C9-ED4322AA564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CCC5582-1BDD-4251-B11F-880018BE6928}">
      <dgm:prSet/>
      <dgm:spPr/>
      <dgm:t>
        <a:bodyPr/>
        <a:lstStyle/>
        <a:p>
          <a:r>
            <a:rPr lang="en-US" b="0" i="0" baseline="0"/>
            <a:t>Developer → edit role </a:t>
          </a:r>
          <a:endParaRPr lang="en-US"/>
        </a:p>
      </dgm:t>
    </dgm:pt>
    <dgm:pt modelId="{F5F9A872-7401-4CA8-952D-A38FEDB98A32}" type="parTrans" cxnId="{75362428-4FF3-49B0-921E-290DA913A5EB}">
      <dgm:prSet/>
      <dgm:spPr/>
      <dgm:t>
        <a:bodyPr/>
        <a:lstStyle/>
        <a:p>
          <a:endParaRPr lang="en-US"/>
        </a:p>
      </dgm:t>
    </dgm:pt>
    <dgm:pt modelId="{C7B8A51B-844C-4AED-9095-F596A1A11C81}" type="sibTrans" cxnId="{75362428-4FF3-49B0-921E-290DA913A5EB}">
      <dgm:prSet/>
      <dgm:spPr/>
      <dgm:t>
        <a:bodyPr/>
        <a:lstStyle/>
        <a:p>
          <a:endParaRPr lang="en-US"/>
        </a:p>
      </dgm:t>
    </dgm:pt>
    <dgm:pt modelId="{41CB1D93-A490-4648-B13B-5D43E7FD38AF}">
      <dgm:prSet/>
      <dgm:spPr/>
      <dgm:t>
        <a:bodyPr/>
        <a:lstStyle/>
        <a:p>
          <a:r>
            <a:rPr lang="en-US" b="0" i="0" baseline="0"/>
            <a:t>Tester → view role </a:t>
          </a:r>
          <a:endParaRPr lang="en-US"/>
        </a:p>
      </dgm:t>
    </dgm:pt>
    <dgm:pt modelId="{AF3A805D-A2D5-436E-B458-01EDEDF2584B}" type="parTrans" cxnId="{F365C38C-DD64-4140-9490-5A158FBF0429}">
      <dgm:prSet/>
      <dgm:spPr/>
      <dgm:t>
        <a:bodyPr/>
        <a:lstStyle/>
        <a:p>
          <a:endParaRPr lang="en-US"/>
        </a:p>
      </dgm:t>
    </dgm:pt>
    <dgm:pt modelId="{6E4217D7-E0E1-4E27-AAD5-1FF18696FDE8}" type="sibTrans" cxnId="{F365C38C-DD64-4140-9490-5A158FBF0429}">
      <dgm:prSet/>
      <dgm:spPr/>
      <dgm:t>
        <a:bodyPr/>
        <a:lstStyle/>
        <a:p>
          <a:endParaRPr lang="en-US"/>
        </a:p>
      </dgm:t>
    </dgm:pt>
    <dgm:pt modelId="{E74F8D0F-7ED7-45FF-9AED-BB65A4A73D75}">
      <dgm:prSet/>
      <dgm:spPr/>
      <dgm:t>
        <a:bodyPr/>
        <a:lstStyle/>
        <a:p>
          <a:r>
            <a:rPr lang="en-US" b="0" i="0" baseline="0"/>
            <a:t>Admin → admin role </a:t>
          </a:r>
          <a:endParaRPr lang="en-US"/>
        </a:p>
      </dgm:t>
    </dgm:pt>
    <dgm:pt modelId="{ADACAFFA-2857-4098-BBD8-C7422541CE35}" type="parTrans" cxnId="{27B6B903-F347-4786-8ADC-0A078DD7F61C}">
      <dgm:prSet/>
      <dgm:spPr/>
      <dgm:t>
        <a:bodyPr/>
        <a:lstStyle/>
        <a:p>
          <a:endParaRPr lang="en-US"/>
        </a:p>
      </dgm:t>
    </dgm:pt>
    <dgm:pt modelId="{469DF1D5-F1DD-494D-93D1-57A3AFF6D412}" type="sibTrans" cxnId="{27B6B903-F347-4786-8ADC-0A078DD7F61C}">
      <dgm:prSet/>
      <dgm:spPr/>
      <dgm:t>
        <a:bodyPr/>
        <a:lstStyle/>
        <a:p>
          <a:endParaRPr lang="en-US"/>
        </a:p>
      </dgm:t>
    </dgm:pt>
    <dgm:pt modelId="{A5F5FBCA-9F4B-4E94-8E29-9AA143A08915}" type="pres">
      <dgm:prSet presAssocID="{EEB7F54B-BEEE-487B-90C9-ED4322AA564B}" presName="linear" presStyleCnt="0">
        <dgm:presLayoutVars>
          <dgm:animLvl val="lvl"/>
          <dgm:resizeHandles val="exact"/>
        </dgm:presLayoutVars>
      </dgm:prSet>
      <dgm:spPr/>
    </dgm:pt>
    <dgm:pt modelId="{AC6E1012-18AB-4FDD-BDCC-1041DF972360}" type="pres">
      <dgm:prSet presAssocID="{2CCC5582-1BDD-4251-B11F-880018BE692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82B7234-AB6F-4C70-9AE9-F9D65091675A}" type="pres">
      <dgm:prSet presAssocID="{C7B8A51B-844C-4AED-9095-F596A1A11C81}" presName="spacer" presStyleCnt="0"/>
      <dgm:spPr/>
    </dgm:pt>
    <dgm:pt modelId="{04E14EF2-5C30-43E1-8DC6-2709CB293420}" type="pres">
      <dgm:prSet presAssocID="{41CB1D93-A490-4648-B13B-5D43E7FD38A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2C68154-D530-43CC-B982-EC61D0D9FF6D}" type="pres">
      <dgm:prSet presAssocID="{6E4217D7-E0E1-4E27-AAD5-1FF18696FDE8}" presName="spacer" presStyleCnt="0"/>
      <dgm:spPr/>
    </dgm:pt>
    <dgm:pt modelId="{A4BB2F3F-EB8F-4C83-8F01-541EDEFD2675}" type="pres">
      <dgm:prSet presAssocID="{E74F8D0F-7ED7-45FF-9AED-BB65A4A73D7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7B6B903-F347-4786-8ADC-0A078DD7F61C}" srcId="{EEB7F54B-BEEE-487B-90C9-ED4322AA564B}" destId="{E74F8D0F-7ED7-45FF-9AED-BB65A4A73D75}" srcOrd="2" destOrd="0" parTransId="{ADACAFFA-2857-4098-BBD8-C7422541CE35}" sibTransId="{469DF1D5-F1DD-494D-93D1-57A3AFF6D412}"/>
    <dgm:cxn modelId="{75362428-4FF3-49B0-921E-290DA913A5EB}" srcId="{EEB7F54B-BEEE-487B-90C9-ED4322AA564B}" destId="{2CCC5582-1BDD-4251-B11F-880018BE6928}" srcOrd="0" destOrd="0" parTransId="{F5F9A872-7401-4CA8-952D-A38FEDB98A32}" sibTransId="{C7B8A51B-844C-4AED-9095-F596A1A11C81}"/>
    <dgm:cxn modelId="{8A02383D-89EC-4B8A-8753-03930AC10DC3}" type="presOf" srcId="{41CB1D93-A490-4648-B13B-5D43E7FD38AF}" destId="{04E14EF2-5C30-43E1-8DC6-2709CB293420}" srcOrd="0" destOrd="0" presId="urn:microsoft.com/office/officeart/2005/8/layout/vList2"/>
    <dgm:cxn modelId="{97636B54-285A-450A-8FB3-AA328BC9F6C2}" type="presOf" srcId="{E74F8D0F-7ED7-45FF-9AED-BB65A4A73D75}" destId="{A4BB2F3F-EB8F-4C83-8F01-541EDEFD2675}" srcOrd="0" destOrd="0" presId="urn:microsoft.com/office/officeart/2005/8/layout/vList2"/>
    <dgm:cxn modelId="{F365C38C-DD64-4140-9490-5A158FBF0429}" srcId="{EEB7F54B-BEEE-487B-90C9-ED4322AA564B}" destId="{41CB1D93-A490-4648-B13B-5D43E7FD38AF}" srcOrd="1" destOrd="0" parTransId="{AF3A805D-A2D5-436E-B458-01EDEDF2584B}" sibTransId="{6E4217D7-E0E1-4E27-AAD5-1FF18696FDE8}"/>
    <dgm:cxn modelId="{3419CF8C-9B9E-4FDD-A93E-D02216A9F41A}" type="presOf" srcId="{EEB7F54B-BEEE-487B-90C9-ED4322AA564B}" destId="{A5F5FBCA-9F4B-4E94-8E29-9AA143A08915}" srcOrd="0" destOrd="0" presId="urn:microsoft.com/office/officeart/2005/8/layout/vList2"/>
    <dgm:cxn modelId="{5857F2A0-2838-4F0C-9562-8E4415C1506E}" type="presOf" srcId="{2CCC5582-1BDD-4251-B11F-880018BE6928}" destId="{AC6E1012-18AB-4FDD-BDCC-1041DF972360}" srcOrd="0" destOrd="0" presId="urn:microsoft.com/office/officeart/2005/8/layout/vList2"/>
    <dgm:cxn modelId="{77AA3EA9-3EBB-488E-AC52-C9E02E42173A}" type="presParOf" srcId="{A5F5FBCA-9F4B-4E94-8E29-9AA143A08915}" destId="{AC6E1012-18AB-4FDD-BDCC-1041DF972360}" srcOrd="0" destOrd="0" presId="urn:microsoft.com/office/officeart/2005/8/layout/vList2"/>
    <dgm:cxn modelId="{EC0A58EF-3E54-4856-BC6C-F45B8ADC9079}" type="presParOf" srcId="{A5F5FBCA-9F4B-4E94-8E29-9AA143A08915}" destId="{282B7234-AB6F-4C70-9AE9-F9D65091675A}" srcOrd="1" destOrd="0" presId="urn:microsoft.com/office/officeart/2005/8/layout/vList2"/>
    <dgm:cxn modelId="{B539DA63-9D48-4CC5-9236-E323EEB00F47}" type="presParOf" srcId="{A5F5FBCA-9F4B-4E94-8E29-9AA143A08915}" destId="{04E14EF2-5C30-43E1-8DC6-2709CB293420}" srcOrd="2" destOrd="0" presId="urn:microsoft.com/office/officeart/2005/8/layout/vList2"/>
    <dgm:cxn modelId="{C008615F-8A65-4FC0-B9C6-121DBD5F05B8}" type="presParOf" srcId="{A5F5FBCA-9F4B-4E94-8E29-9AA143A08915}" destId="{E2C68154-D530-43CC-B982-EC61D0D9FF6D}" srcOrd="3" destOrd="0" presId="urn:microsoft.com/office/officeart/2005/8/layout/vList2"/>
    <dgm:cxn modelId="{F4295B89-3ECB-46D8-8410-6FF8FCCFC614}" type="presParOf" srcId="{A5F5FBCA-9F4B-4E94-8E29-9AA143A08915}" destId="{A4BB2F3F-EB8F-4C83-8F01-541EDEFD267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25F29E9-65A6-4EE3-9C50-BF0B9F3D6D83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1B11148-8F44-4240-BAFF-39182A89C080}">
      <dgm:prSet/>
      <dgm:spPr/>
      <dgm:t>
        <a:bodyPr/>
        <a:lstStyle/>
        <a:p>
          <a:r>
            <a:rPr lang="en-US"/>
            <a:t>Create</a:t>
          </a:r>
        </a:p>
      </dgm:t>
    </dgm:pt>
    <dgm:pt modelId="{D418AB46-F49B-4B6B-9802-9F53B7B0B382}" type="parTrans" cxnId="{BB1F05C5-2DAC-4222-8D33-B767604CB8A5}">
      <dgm:prSet/>
      <dgm:spPr/>
      <dgm:t>
        <a:bodyPr/>
        <a:lstStyle/>
        <a:p>
          <a:endParaRPr lang="en-US"/>
        </a:p>
      </dgm:t>
    </dgm:pt>
    <dgm:pt modelId="{C336537B-3DD2-42E3-A1E6-F10D8FD70301}" type="sibTrans" cxnId="{BB1F05C5-2DAC-4222-8D33-B767604CB8A5}">
      <dgm:prSet/>
      <dgm:spPr/>
      <dgm:t>
        <a:bodyPr/>
        <a:lstStyle/>
        <a:p>
          <a:endParaRPr lang="en-US"/>
        </a:p>
      </dgm:t>
    </dgm:pt>
    <dgm:pt modelId="{5FA0049A-B5B5-4F6F-829A-864DA1E9FCE0}">
      <dgm:prSet/>
      <dgm:spPr/>
      <dgm:t>
        <a:bodyPr/>
        <a:lstStyle/>
        <a:p>
          <a:r>
            <a:rPr lang="en-US"/>
            <a:t>Create users </a:t>
          </a:r>
        </a:p>
      </dgm:t>
    </dgm:pt>
    <dgm:pt modelId="{B3D9EA0F-5AD3-4FD3-AA9A-CFED52BD6C5D}" type="parTrans" cxnId="{D79B4AAB-89EA-4058-B372-D16BCBC497F3}">
      <dgm:prSet/>
      <dgm:spPr/>
      <dgm:t>
        <a:bodyPr/>
        <a:lstStyle/>
        <a:p>
          <a:endParaRPr lang="en-US"/>
        </a:p>
      </dgm:t>
    </dgm:pt>
    <dgm:pt modelId="{C6171D9C-FC31-4F14-A748-3902C140413C}" type="sibTrans" cxnId="{D79B4AAB-89EA-4058-B372-D16BCBC497F3}">
      <dgm:prSet/>
      <dgm:spPr/>
      <dgm:t>
        <a:bodyPr/>
        <a:lstStyle/>
        <a:p>
          <a:endParaRPr lang="en-US"/>
        </a:p>
      </dgm:t>
    </dgm:pt>
    <dgm:pt modelId="{A1C5B089-3ECB-42DB-A89B-0692EEA83823}">
      <dgm:prSet/>
      <dgm:spPr/>
      <dgm:t>
        <a:bodyPr/>
        <a:lstStyle/>
        <a:p>
          <a:r>
            <a:rPr lang="en-US"/>
            <a:t>Assign</a:t>
          </a:r>
        </a:p>
      </dgm:t>
    </dgm:pt>
    <dgm:pt modelId="{3A9EF61C-E016-4F27-BA18-42181F158D70}" type="parTrans" cxnId="{3630BB06-7858-47B7-9203-5AEAA0823C29}">
      <dgm:prSet/>
      <dgm:spPr/>
      <dgm:t>
        <a:bodyPr/>
        <a:lstStyle/>
        <a:p>
          <a:endParaRPr lang="en-US"/>
        </a:p>
      </dgm:t>
    </dgm:pt>
    <dgm:pt modelId="{4534C65A-7F39-4F21-B0D8-5DE51A2E48B4}" type="sibTrans" cxnId="{3630BB06-7858-47B7-9203-5AEAA0823C29}">
      <dgm:prSet/>
      <dgm:spPr/>
      <dgm:t>
        <a:bodyPr/>
        <a:lstStyle/>
        <a:p>
          <a:endParaRPr lang="en-US"/>
        </a:p>
      </dgm:t>
    </dgm:pt>
    <dgm:pt modelId="{52F87EF0-CA3C-49B1-BD63-C9595640A518}">
      <dgm:prSet/>
      <dgm:spPr/>
      <dgm:t>
        <a:bodyPr/>
        <a:lstStyle/>
        <a:p>
          <a:r>
            <a:rPr lang="en-US"/>
            <a:t>Assign roles </a:t>
          </a:r>
        </a:p>
      </dgm:t>
    </dgm:pt>
    <dgm:pt modelId="{8969FDA5-1A89-4DE4-A334-E63B06E2C6FD}" type="parTrans" cxnId="{0EE0FA9D-09DB-47E6-B757-CEF3E1EF6A24}">
      <dgm:prSet/>
      <dgm:spPr/>
      <dgm:t>
        <a:bodyPr/>
        <a:lstStyle/>
        <a:p>
          <a:endParaRPr lang="en-US"/>
        </a:p>
      </dgm:t>
    </dgm:pt>
    <dgm:pt modelId="{425153CB-33ED-4C59-8DA9-DB1BFBE827E2}" type="sibTrans" cxnId="{0EE0FA9D-09DB-47E6-B757-CEF3E1EF6A24}">
      <dgm:prSet/>
      <dgm:spPr/>
      <dgm:t>
        <a:bodyPr/>
        <a:lstStyle/>
        <a:p>
          <a:endParaRPr lang="en-US"/>
        </a:p>
      </dgm:t>
    </dgm:pt>
    <dgm:pt modelId="{D31B3052-63A4-48A5-9619-CC94B882084A}">
      <dgm:prSet/>
      <dgm:spPr/>
      <dgm:t>
        <a:bodyPr/>
        <a:lstStyle/>
        <a:p>
          <a:r>
            <a:rPr lang="en-US"/>
            <a:t>Test</a:t>
          </a:r>
        </a:p>
      </dgm:t>
    </dgm:pt>
    <dgm:pt modelId="{DB389955-2451-4B14-9582-DF29917DBC14}" type="parTrans" cxnId="{2E0C223C-A2F7-4031-9378-660BDE80DB59}">
      <dgm:prSet/>
      <dgm:spPr/>
      <dgm:t>
        <a:bodyPr/>
        <a:lstStyle/>
        <a:p>
          <a:endParaRPr lang="en-US"/>
        </a:p>
      </dgm:t>
    </dgm:pt>
    <dgm:pt modelId="{F438FF15-CD59-4578-8E3C-7D96B2F28715}" type="sibTrans" cxnId="{2E0C223C-A2F7-4031-9378-660BDE80DB59}">
      <dgm:prSet/>
      <dgm:spPr/>
      <dgm:t>
        <a:bodyPr/>
        <a:lstStyle/>
        <a:p>
          <a:endParaRPr lang="en-US"/>
        </a:p>
      </dgm:t>
    </dgm:pt>
    <dgm:pt modelId="{D084BF79-784A-4F69-9EE9-33E5F3A297C1}">
      <dgm:prSet/>
      <dgm:spPr/>
      <dgm:t>
        <a:bodyPr/>
        <a:lstStyle/>
        <a:p>
          <a:r>
            <a:rPr lang="en-US"/>
            <a:t>Test access control </a:t>
          </a:r>
        </a:p>
      </dgm:t>
    </dgm:pt>
    <dgm:pt modelId="{C9ABA6DC-ED32-4B9F-9C08-1B462CC545B2}" type="parTrans" cxnId="{30772890-C216-4EFE-BCBF-D6A18DAE2E0B}">
      <dgm:prSet/>
      <dgm:spPr/>
      <dgm:t>
        <a:bodyPr/>
        <a:lstStyle/>
        <a:p>
          <a:endParaRPr lang="en-US"/>
        </a:p>
      </dgm:t>
    </dgm:pt>
    <dgm:pt modelId="{75AD8CAE-077D-4D95-BBBF-F361A1A9EFF5}" type="sibTrans" cxnId="{30772890-C216-4EFE-BCBF-D6A18DAE2E0B}">
      <dgm:prSet/>
      <dgm:spPr/>
      <dgm:t>
        <a:bodyPr/>
        <a:lstStyle/>
        <a:p>
          <a:endParaRPr lang="en-US"/>
        </a:p>
      </dgm:t>
    </dgm:pt>
    <dgm:pt modelId="{79BA85AB-BB05-4372-981E-A3E67BC5842E}">
      <dgm:prSet/>
      <dgm:spPr/>
      <dgm:t>
        <a:bodyPr/>
        <a:lstStyle/>
        <a:p>
          <a:r>
            <a:rPr lang="en-US"/>
            <a:t>Break &amp; fix</a:t>
          </a:r>
        </a:p>
      </dgm:t>
    </dgm:pt>
    <dgm:pt modelId="{AF5E3884-9D78-4DE5-85B4-1AA7A1BA5B48}" type="parTrans" cxnId="{012C158B-85D0-4B20-BE7E-1AB4A3A7FC2F}">
      <dgm:prSet/>
      <dgm:spPr/>
      <dgm:t>
        <a:bodyPr/>
        <a:lstStyle/>
        <a:p>
          <a:endParaRPr lang="en-US"/>
        </a:p>
      </dgm:t>
    </dgm:pt>
    <dgm:pt modelId="{DAFFA39E-B05F-4002-8083-C60FD6691109}" type="sibTrans" cxnId="{012C158B-85D0-4B20-BE7E-1AB4A3A7FC2F}">
      <dgm:prSet/>
      <dgm:spPr/>
      <dgm:t>
        <a:bodyPr/>
        <a:lstStyle/>
        <a:p>
          <a:endParaRPr lang="en-US"/>
        </a:p>
      </dgm:t>
    </dgm:pt>
    <dgm:pt modelId="{69B5669D-AF8E-484D-98B5-C74435B80AE1}">
      <dgm:prSet/>
      <dgm:spPr/>
      <dgm:t>
        <a:bodyPr/>
        <a:lstStyle/>
        <a:p>
          <a:r>
            <a:rPr lang="en-US"/>
            <a:t>Break &amp; fix permissions </a:t>
          </a:r>
        </a:p>
      </dgm:t>
    </dgm:pt>
    <dgm:pt modelId="{B769631E-DC5B-4C2A-9644-BF18E8122930}" type="parTrans" cxnId="{9C69E6A2-D10B-439C-B765-0DB23FDC2D3F}">
      <dgm:prSet/>
      <dgm:spPr/>
      <dgm:t>
        <a:bodyPr/>
        <a:lstStyle/>
        <a:p>
          <a:endParaRPr lang="en-US"/>
        </a:p>
      </dgm:t>
    </dgm:pt>
    <dgm:pt modelId="{C3E67F9C-43D8-4DAC-9716-3FFFCCB59BA6}" type="sibTrans" cxnId="{9C69E6A2-D10B-439C-B765-0DB23FDC2D3F}">
      <dgm:prSet/>
      <dgm:spPr/>
      <dgm:t>
        <a:bodyPr/>
        <a:lstStyle/>
        <a:p>
          <a:endParaRPr lang="en-US"/>
        </a:p>
      </dgm:t>
    </dgm:pt>
    <dgm:pt modelId="{5900DFFE-3F77-43BF-8343-8CE453EC31C9}" type="pres">
      <dgm:prSet presAssocID="{F25F29E9-65A6-4EE3-9C50-BF0B9F3D6D83}" presName="Name0" presStyleCnt="0">
        <dgm:presLayoutVars>
          <dgm:dir/>
          <dgm:animLvl val="lvl"/>
          <dgm:resizeHandles val="exact"/>
        </dgm:presLayoutVars>
      </dgm:prSet>
      <dgm:spPr/>
    </dgm:pt>
    <dgm:pt modelId="{388CCFAE-5AA7-432E-A0C7-EBDDE1449AA6}" type="pres">
      <dgm:prSet presAssocID="{11B11148-8F44-4240-BAFF-39182A89C080}" presName="linNode" presStyleCnt="0"/>
      <dgm:spPr/>
    </dgm:pt>
    <dgm:pt modelId="{A3A1DDF7-6E11-4673-A0BB-FF87775D2054}" type="pres">
      <dgm:prSet presAssocID="{11B11148-8F44-4240-BAFF-39182A89C080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289F6AD8-3F36-4DED-8818-5118579D0073}" type="pres">
      <dgm:prSet presAssocID="{11B11148-8F44-4240-BAFF-39182A89C080}" presName="descendantText" presStyleLbl="alignNode1" presStyleIdx="0" presStyleCnt="4">
        <dgm:presLayoutVars>
          <dgm:bulletEnabled/>
        </dgm:presLayoutVars>
      </dgm:prSet>
      <dgm:spPr/>
    </dgm:pt>
    <dgm:pt modelId="{9F8C50ED-3D3F-4AE5-8A23-0CA23912EFDA}" type="pres">
      <dgm:prSet presAssocID="{C336537B-3DD2-42E3-A1E6-F10D8FD70301}" presName="sp" presStyleCnt="0"/>
      <dgm:spPr/>
    </dgm:pt>
    <dgm:pt modelId="{9A15F5F3-33FC-4FD2-9C8A-1BAAF35B8D23}" type="pres">
      <dgm:prSet presAssocID="{A1C5B089-3ECB-42DB-A89B-0692EEA83823}" presName="linNode" presStyleCnt="0"/>
      <dgm:spPr/>
    </dgm:pt>
    <dgm:pt modelId="{5C532828-9DCF-44A1-ACCD-054714424715}" type="pres">
      <dgm:prSet presAssocID="{A1C5B089-3ECB-42DB-A89B-0692EEA83823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2E382D82-A59B-497D-8571-69B5371DDE16}" type="pres">
      <dgm:prSet presAssocID="{A1C5B089-3ECB-42DB-A89B-0692EEA83823}" presName="descendantText" presStyleLbl="alignNode1" presStyleIdx="1" presStyleCnt="4">
        <dgm:presLayoutVars>
          <dgm:bulletEnabled/>
        </dgm:presLayoutVars>
      </dgm:prSet>
      <dgm:spPr/>
    </dgm:pt>
    <dgm:pt modelId="{3925F655-F06D-4FCF-B0D1-2C175228BFBF}" type="pres">
      <dgm:prSet presAssocID="{4534C65A-7F39-4F21-B0D8-5DE51A2E48B4}" presName="sp" presStyleCnt="0"/>
      <dgm:spPr/>
    </dgm:pt>
    <dgm:pt modelId="{8F3034EE-6136-44BF-88D7-0B6D96E957DE}" type="pres">
      <dgm:prSet presAssocID="{D31B3052-63A4-48A5-9619-CC94B882084A}" presName="linNode" presStyleCnt="0"/>
      <dgm:spPr/>
    </dgm:pt>
    <dgm:pt modelId="{86C150BC-A386-4206-BAD7-9F0E8AD1A55B}" type="pres">
      <dgm:prSet presAssocID="{D31B3052-63A4-48A5-9619-CC94B882084A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7ACCD4F6-ED2D-41AB-A478-E7C1EAF135FF}" type="pres">
      <dgm:prSet presAssocID="{D31B3052-63A4-48A5-9619-CC94B882084A}" presName="descendantText" presStyleLbl="alignNode1" presStyleIdx="2" presStyleCnt="4">
        <dgm:presLayoutVars>
          <dgm:bulletEnabled/>
        </dgm:presLayoutVars>
      </dgm:prSet>
      <dgm:spPr/>
    </dgm:pt>
    <dgm:pt modelId="{CD78E98C-CB05-4709-B6EE-0A622F194E1E}" type="pres">
      <dgm:prSet presAssocID="{F438FF15-CD59-4578-8E3C-7D96B2F28715}" presName="sp" presStyleCnt="0"/>
      <dgm:spPr/>
    </dgm:pt>
    <dgm:pt modelId="{B7DCE087-D4C5-4FE9-943F-2DCF97BBBC14}" type="pres">
      <dgm:prSet presAssocID="{79BA85AB-BB05-4372-981E-A3E67BC5842E}" presName="linNode" presStyleCnt="0"/>
      <dgm:spPr/>
    </dgm:pt>
    <dgm:pt modelId="{3B6D6C00-9B54-4CEB-AE7F-371B379A844C}" type="pres">
      <dgm:prSet presAssocID="{79BA85AB-BB05-4372-981E-A3E67BC5842E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B46EFBCA-CA82-4700-9BD0-2746B3DE44C8}" type="pres">
      <dgm:prSet presAssocID="{79BA85AB-BB05-4372-981E-A3E67BC5842E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D833AA05-CB2F-475E-A5A4-EBC6D0D153CA}" type="presOf" srcId="{D31B3052-63A4-48A5-9619-CC94B882084A}" destId="{86C150BC-A386-4206-BAD7-9F0E8AD1A55B}" srcOrd="0" destOrd="0" presId="urn:microsoft.com/office/officeart/2016/7/layout/VerticalHollowActionList"/>
    <dgm:cxn modelId="{3630BB06-7858-47B7-9203-5AEAA0823C29}" srcId="{F25F29E9-65A6-4EE3-9C50-BF0B9F3D6D83}" destId="{A1C5B089-3ECB-42DB-A89B-0692EEA83823}" srcOrd="1" destOrd="0" parTransId="{3A9EF61C-E016-4F27-BA18-42181F158D70}" sibTransId="{4534C65A-7F39-4F21-B0D8-5DE51A2E48B4}"/>
    <dgm:cxn modelId="{3A2EF62D-34CE-4E67-B51D-293F75524E66}" type="presOf" srcId="{F25F29E9-65A6-4EE3-9C50-BF0B9F3D6D83}" destId="{5900DFFE-3F77-43BF-8343-8CE453EC31C9}" srcOrd="0" destOrd="0" presId="urn:microsoft.com/office/officeart/2016/7/layout/VerticalHollowActionList"/>
    <dgm:cxn modelId="{2E0C223C-A2F7-4031-9378-660BDE80DB59}" srcId="{F25F29E9-65A6-4EE3-9C50-BF0B9F3D6D83}" destId="{D31B3052-63A4-48A5-9619-CC94B882084A}" srcOrd="2" destOrd="0" parTransId="{DB389955-2451-4B14-9582-DF29917DBC14}" sibTransId="{F438FF15-CD59-4578-8E3C-7D96B2F28715}"/>
    <dgm:cxn modelId="{506ED179-D4FB-44E1-8BAE-180E2AEDE775}" type="presOf" srcId="{52F87EF0-CA3C-49B1-BD63-C9595640A518}" destId="{2E382D82-A59B-497D-8571-69B5371DDE16}" srcOrd="0" destOrd="0" presId="urn:microsoft.com/office/officeart/2016/7/layout/VerticalHollowActionList"/>
    <dgm:cxn modelId="{012C158B-85D0-4B20-BE7E-1AB4A3A7FC2F}" srcId="{F25F29E9-65A6-4EE3-9C50-BF0B9F3D6D83}" destId="{79BA85AB-BB05-4372-981E-A3E67BC5842E}" srcOrd="3" destOrd="0" parTransId="{AF5E3884-9D78-4DE5-85B4-1AA7A1BA5B48}" sibTransId="{DAFFA39E-B05F-4002-8083-C60FD6691109}"/>
    <dgm:cxn modelId="{30772890-C216-4EFE-BCBF-D6A18DAE2E0B}" srcId="{D31B3052-63A4-48A5-9619-CC94B882084A}" destId="{D084BF79-784A-4F69-9EE9-33E5F3A297C1}" srcOrd="0" destOrd="0" parTransId="{C9ABA6DC-ED32-4B9F-9C08-1B462CC545B2}" sibTransId="{75AD8CAE-077D-4D95-BBBF-F361A1A9EFF5}"/>
    <dgm:cxn modelId="{0EE0FA9D-09DB-47E6-B757-CEF3E1EF6A24}" srcId="{A1C5B089-3ECB-42DB-A89B-0692EEA83823}" destId="{52F87EF0-CA3C-49B1-BD63-C9595640A518}" srcOrd="0" destOrd="0" parTransId="{8969FDA5-1A89-4DE4-A334-E63B06E2C6FD}" sibTransId="{425153CB-33ED-4C59-8DA9-DB1BFBE827E2}"/>
    <dgm:cxn modelId="{9C69E6A2-D10B-439C-B765-0DB23FDC2D3F}" srcId="{79BA85AB-BB05-4372-981E-A3E67BC5842E}" destId="{69B5669D-AF8E-484D-98B5-C74435B80AE1}" srcOrd="0" destOrd="0" parTransId="{B769631E-DC5B-4C2A-9644-BF18E8122930}" sibTransId="{C3E67F9C-43D8-4DAC-9716-3FFFCCB59BA6}"/>
    <dgm:cxn modelId="{AE4C89A8-E7F5-496A-92B8-650B8F891A5A}" type="presOf" srcId="{D084BF79-784A-4F69-9EE9-33E5F3A297C1}" destId="{7ACCD4F6-ED2D-41AB-A478-E7C1EAF135FF}" srcOrd="0" destOrd="0" presId="urn:microsoft.com/office/officeart/2016/7/layout/VerticalHollowActionList"/>
    <dgm:cxn modelId="{39E8FFA8-F6E8-4E33-A3CC-C722F19836DA}" type="presOf" srcId="{5FA0049A-B5B5-4F6F-829A-864DA1E9FCE0}" destId="{289F6AD8-3F36-4DED-8818-5118579D0073}" srcOrd="0" destOrd="0" presId="urn:microsoft.com/office/officeart/2016/7/layout/VerticalHollowActionList"/>
    <dgm:cxn modelId="{D79B4AAB-89EA-4058-B372-D16BCBC497F3}" srcId="{11B11148-8F44-4240-BAFF-39182A89C080}" destId="{5FA0049A-B5B5-4F6F-829A-864DA1E9FCE0}" srcOrd="0" destOrd="0" parTransId="{B3D9EA0F-5AD3-4FD3-AA9A-CFED52BD6C5D}" sibTransId="{C6171D9C-FC31-4F14-A748-3902C140413C}"/>
    <dgm:cxn modelId="{0AF261B7-624C-4A22-896E-8B51491D6F45}" type="presOf" srcId="{A1C5B089-3ECB-42DB-A89B-0692EEA83823}" destId="{5C532828-9DCF-44A1-ACCD-054714424715}" srcOrd="0" destOrd="0" presId="urn:microsoft.com/office/officeart/2016/7/layout/VerticalHollowActionList"/>
    <dgm:cxn modelId="{3CD440BD-DDEA-49EC-8597-8583744CC7DF}" type="presOf" srcId="{79BA85AB-BB05-4372-981E-A3E67BC5842E}" destId="{3B6D6C00-9B54-4CEB-AE7F-371B379A844C}" srcOrd="0" destOrd="0" presId="urn:microsoft.com/office/officeart/2016/7/layout/VerticalHollowActionList"/>
    <dgm:cxn modelId="{BB1F05C5-2DAC-4222-8D33-B767604CB8A5}" srcId="{F25F29E9-65A6-4EE3-9C50-BF0B9F3D6D83}" destId="{11B11148-8F44-4240-BAFF-39182A89C080}" srcOrd="0" destOrd="0" parTransId="{D418AB46-F49B-4B6B-9802-9F53B7B0B382}" sibTransId="{C336537B-3DD2-42E3-A1E6-F10D8FD70301}"/>
    <dgm:cxn modelId="{96F284D3-BC6D-4C09-8528-D7BBF139034D}" type="presOf" srcId="{11B11148-8F44-4240-BAFF-39182A89C080}" destId="{A3A1DDF7-6E11-4673-A0BB-FF87775D2054}" srcOrd="0" destOrd="0" presId="urn:microsoft.com/office/officeart/2016/7/layout/VerticalHollowActionList"/>
    <dgm:cxn modelId="{06812AE6-E69F-418D-98F4-C5B694F3D4F4}" type="presOf" srcId="{69B5669D-AF8E-484D-98B5-C74435B80AE1}" destId="{B46EFBCA-CA82-4700-9BD0-2746B3DE44C8}" srcOrd="0" destOrd="0" presId="urn:microsoft.com/office/officeart/2016/7/layout/VerticalHollowActionList"/>
    <dgm:cxn modelId="{085D6987-358E-4D3B-88D7-2901E4B0EE67}" type="presParOf" srcId="{5900DFFE-3F77-43BF-8343-8CE453EC31C9}" destId="{388CCFAE-5AA7-432E-A0C7-EBDDE1449AA6}" srcOrd="0" destOrd="0" presId="urn:microsoft.com/office/officeart/2016/7/layout/VerticalHollowActionList"/>
    <dgm:cxn modelId="{5A80E74B-AC44-449A-8327-02D8B6BEB7DA}" type="presParOf" srcId="{388CCFAE-5AA7-432E-A0C7-EBDDE1449AA6}" destId="{A3A1DDF7-6E11-4673-A0BB-FF87775D2054}" srcOrd="0" destOrd="0" presId="urn:microsoft.com/office/officeart/2016/7/layout/VerticalHollowActionList"/>
    <dgm:cxn modelId="{B4660B9C-6D5F-4285-B150-FC186DCA90B3}" type="presParOf" srcId="{388CCFAE-5AA7-432E-A0C7-EBDDE1449AA6}" destId="{289F6AD8-3F36-4DED-8818-5118579D0073}" srcOrd="1" destOrd="0" presId="urn:microsoft.com/office/officeart/2016/7/layout/VerticalHollowActionList"/>
    <dgm:cxn modelId="{30EFFBFA-FB39-4145-95CB-2A9FF169002C}" type="presParOf" srcId="{5900DFFE-3F77-43BF-8343-8CE453EC31C9}" destId="{9F8C50ED-3D3F-4AE5-8A23-0CA23912EFDA}" srcOrd="1" destOrd="0" presId="urn:microsoft.com/office/officeart/2016/7/layout/VerticalHollowActionList"/>
    <dgm:cxn modelId="{BB0EE67F-8738-459F-BD53-BBAC14C4DDBB}" type="presParOf" srcId="{5900DFFE-3F77-43BF-8343-8CE453EC31C9}" destId="{9A15F5F3-33FC-4FD2-9C8A-1BAAF35B8D23}" srcOrd="2" destOrd="0" presId="urn:microsoft.com/office/officeart/2016/7/layout/VerticalHollowActionList"/>
    <dgm:cxn modelId="{62C560A8-69E7-4680-A016-26E26E2CA0FB}" type="presParOf" srcId="{9A15F5F3-33FC-4FD2-9C8A-1BAAF35B8D23}" destId="{5C532828-9DCF-44A1-ACCD-054714424715}" srcOrd="0" destOrd="0" presId="urn:microsoft.com/office/officeart/2016/7/layout/VerticalHollowActionList"/>
    <dgm:cxn modelId="{940B3C1B-03CE-4244-BA9D-8D70984460E8}" type="presParOf" srcId="{9A15F5F3-33FC-4FD2-9C8A-1BAAF35B8D23}" destId="{2E382D82-A59B-497D-8571-69B5371DDE16}" srcOrd="1" destOrd="0" presId="urn:microsoft.com/office/officeart/2016/7/layout/VerticalHollowActionList"/>
    <dgm:cxn modelId="{06BFE1C1-1B43-40BB-8319-53816BB5FC19}" type="presParOf" srcId="{5900DFFE-3F77-43BF-8343-8CE453EC31C9}" destId="{3925F655-F06D-4FCF-B0D1-2C175228BFBF}" srcOrd="3" destOrd="0" presId="urn:microsoft.com/office/officeart/2016/7/layout/VerticalHollowActionList"/>
    <dgm:cxn modelId="{CB979AC1-D4C2-4319-AEDB-69A5C6CCAA8F}" type="presParOf" srcId="{5900DFFE-3F77-43BF-8343-8CE453EC31C9}" destId="{8F3034EE-6136-44BF-88D7-0B6D96E957DE}" srcOrd="4" destOrd="0" presId="urn:microsoft.com/office/officeart/2016/7/layout/VerticalHollowActionList"/>
    <dgm:cxn modelId="{9C6FC3E8-457A-463A-8580-1769D8FA0D43}" type="presParOf" srcId="{8F3034EE-6136-44BF-88D7-0B6D96E957DE}" destId="{86C150BC-A386-4206-BAD7-9F0E8AD1A55B}" srcOrd="0" destOrd="0" presId="urn:microsoft.com/office/officeart/2016/7/layout/VerticalHollowActionList"/>
    <dgm:cxn modelId="{8B9FD8C6-50A9-427F-9115-07A04641CD10}" type="presParOf" srcId="{8F3034EE-6136-44BF-88D7-0B6D96E957DE}" destId="{7ACCD4F6-ED2D-41AB-A478-E7C1EAF135FF}" srcOrd="1" destOrd="0" presId="urn:microsoft.com/office/officeart/2016/7/layout/VerticalHollowActionList"/>
    <dgm:cxn modelId="{69E0F324-2EF9-4A4F-9491-CF6CF6BE1A6B}" type="presParOf" srcId="{5900DFFE-3F77-43BF-8343-8CE453EC31C9}" destId="{CD78E98C-CB05-4709-B6EE-0A622F194E1E}" srcOrd="5" destOrd="0" presId="urn:microsoft.com/office/officeart/2016/7/layout/VerticalHollowActionList"/>
    <dgm:cxn modelId="{7B05D1FC-C591-4DF5-8D93-0EE791629E48}" type="presParOf" srcId="{5900DFFE-3F77-43BF-8343-8CE453EC31C9}" destId="{B7DCE087-D4C5-4FE9-943F-2DCF97BBBC14}" srcOrd="6" destOrd="0" presId="urn:microsoft.com/office/officeart/2016/7/layout/VerticalHollowActionList"/>
    <dgm:cxn modelId="{ABBA8C59-68DC-404D-B8D3-67DC8E351522}" type="presParOf" srcId="{B7DCE087-D4C5-4FE9-943F-2DCF97BBBC14}" destId="{3B6D6C00-9B54-4CEB-AE7F-371B379A844C}" srcOrd="0" destOrd="0" presId="urn:microsoft.com/office/officeart/2016/7/layout/VerticalHollowActionList"/>
    <dgm:cxn modelId="{86735F24-33E3-49BA-BD31-63A17F59C4FB}" type="presParOf" srcId="{B7DCE087-D4C5-4FE9-943F-2DCF97BBBC14}" destId="{B46EFBCA-CA82-4700-9BD0-2746B3DE44C8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6D4C32-B85D-4CB5-9047-47949D2212CD}">
      <dsp:nvSpPr>
        <dsp:cNvPr id="0" name=""/>
        <dsp:cNvSpPr/>
      </dsp:nvSpPr>
      <dsp:spPr>
        <a:xfrm>
          <a:off x="0" y="2492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F5535-D939-441B-84BA-D4AAF9BC5227}">
      <dsp:nvSpPr>
        <dsp:cNvPr id="0" name=""/>
        <dsp:cNvSpPr/>
      </dsp:nvSpPr>
      <dsp:spPr>
        <a:xfrm>
          <a:off x="0" y="2492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OpenShift Architecture (Masters vs Workers) </a:t>
          </a:r>
          <a:endParaRPr lang="en-US" sz="2600" kern="1200"/>
        </a:p>
      </dsp:txBody>
      <dsp:txXfrm>
        <a:off x="0" y="2492"/>
        <a:ext cx="6492875" cy="850069"/>
      </dsp:txXfrm>
    </dsp:sp>
    <dsp:sp modelId="{85414F36-A79B-43FA-A4E6-F8724B0D3AF9}">
      <dsp:nvSpPr>
        <dsp:cNvPr id="0" name=""/>
        <dsp:cNvSpPr/>
      </dsp:nvSpPr>
      <dsp:spPr>
        <a:xfrm>
          <a:off x="0" y="852561"/>
          <a:ext cx="6492875" cy="0"/>
        </a:xfrm>
        <a:prstGeom prst="line">
          <a:avLst/>
        </a:prstGeom>
        <a:solidFill>
          <a:schemeClr val="accent2">
            <a:hueOff val="-718792"/>
            <a:satOff val="4944"/>
            <a:lumOff val="549"/>
            <a:alphaOff val="0"/>
          </a:schemeClr>
        </a:solidFill>
        <a:ln w="15875" cap="rnd" cmpd="sng" algn="ctr">
          <a:solidFill>
            <a:schemeClr val="accent2">
              <a:hueOff val="-718792"/>
              <a:satOff val="4944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10E315-F27F-4203-8C6B-64221F7F80C5}">
      <dsp:nvSpPr>
        <dsp:cNvPr id="0" name=""/>
        <dsp:cNvSpPr/>
      </dsp:nvSpPr>
      <dsp:spPr>
        <a:xfrm>
          <a:off x="0" y="852561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CLI (oc) and Web Console </a:t>
          </a:r>
          <a:endParaRPr lang="en-US" sz="2600" kern="1200"/>
        </a:p>
      </dsp:txBody>
      <dsp:txXfrm>
        <a:off x="0" y="852561"/>
        <a:ext cx="6492875" cy="850069"/>
      </dsp:txXfrm>
    </dsp:sp>
    <dsp:sp modelId="{B5283162-9A1A-4F73-A2BF-E9ED94DCC24D}">
      <dsp:nvSpPr>
        <dsp:cNvPr id="0" name=""/>
        <dsp:cNvSpPr/>
      </dsp:nvSpPr>
      <dsp:spPr>
        <a:xfrm>
          <a:off x="0" y="1702630"/>
          <a:ext cx="6492875" cy="0"/>
        </a:xfrm>
        <a:prstGeom prst="line">
          <a:avLst/>
        </a:prstGeom>
        <a:solidFill>
          <a:schemeClr val="accent2">
            <a:hueOff val="-1437584"/>
            <a:satOff val="9889"/>
            <a:lumOff val="1098"/>
            <a:alphaOff val="0"/>
          </a:schemeClr>
        </a:solidFill>
        <a:ln w="15875" cap="rnd" cmpd="sng" algn="ctr">
          <a:solidFill>
            <a:schemeClr val="accent2">
              <a:hueOff val="-1437584"/>
              <a:satOff val="9889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D8DE86-6DA8-4AA5-97CA-D0A5A90DC164}">
      <dsp:nvSpPr>
        <dsp:cNvPr id="0" name=""/>
        <dsp:cNvSpPr/>
      </dsp:nvSpPr>
      <dsp:spPr>
        <a:xfrm>
          <a:off x="0" y="1702630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Imperative vs Declarative </a:t>
          </a:r>
          <a:endParaRPr lang="en-US" sz="2600" kern="1200"/>
        </a:p>
      </dsp:txBody>
      <dsp:txXfrm>
        <a:off x="0" y="1702630"/>
        <a:ext cx="6492875" cy="850069"/>
      </dsp:txXfrm>
    </dsp:sp>
    <dsp:sp modelId="{FD31C3E7-809F-46B9-B563-FF3A983419C6}">
      <dsp:nvSpPr>
        <dsp:cNvPr id="0" name=""/>
        <dsp:cNvSpPr/>
      </dsp:nvSpPr>
      <dsp:spPr>
        <a:xfrm>
          <a:off x="0" y="2552699"/>
          <a:ext cx="6492875" cy="0"/>
        </a:xfrm>
        <a:prstGeom prst="line">
          <a:avLst/>
        </a:prstGeom>
        <a:solidFill>
          <a:schemeClr val="accent2">
            <a:hueOff val="-2156377"/>
            <a:satOff val="14833"/>
            <a:lumOff val="1646"/>
            <a:alphaOff val="0"/>
          </a:schemeClr>
        </a:solidFill>
        <a:ln w="15875" cap="rnd" cmpd="sng" algn="ctr">
          <a:solidFill>
            <a:schemeClr val="accent2">
              <a:hueOff val="-2156377"/>
              <a:satOff val="14833"/>
              <a:lumOff val="1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93085-34F4-452E-A2DB-66C34B9B0AA4}">
      <dsp:nvSpPr>
        <dsp:cNvPr id="0" name=""/>
        <dsp:cNvSpPr/>
      </dsp:nvSpPr>
      <dsp:spPr>
        <a:xfrm>
          <a:off x="0" y="2552699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Deployments, Services, Routes </a:t>
          </a:r>
          <a:endParaRPr lang="en-US" sz="2600" kern="1200"/>
        </a:p>
      </dsp:txBody>
      <dsp:txXfrm>
        <a:off x="0" y="2552699"/>
        <a:ext cx="6492875" cy="850069"/>
      </dsp:txXfrm>
    </dsp:sp>
    <dsp:sp modelId="{C8A99D39-71CD-4090-A01A-E425FBE31661}">
      <dsp:nvSpPr>
        <dsp:cNvPr id="0" name=""/>
        <dsp:cNvSpPr/>
      </dsp:nvSpPr>
      <dsp:spPr>
        <a:xfrm>
          <a:off x="0" y="3402769"/>
          <a:ext cx="6492875" cy="0"/>
        </a:xfrm>
        <a:prstGeom prst="line">
          <a:avLst/>
        </a:prstGeom>
        <a:solidFill>
          <a:schemeClr val="accent2">
            <a:hueOff val="-2875169"/>
            <a:satOff val="19778"/>
            <a:lumOff val="2195"/>
            <a:alphaOff val="0"/>
          </a:schemeClr>
        </a:solidFill>
        <a:ln w="15875" cap="rnd" cmpd="sng" algn="ctr">
          <a:solidFill>
            <a:schemeClr val="accent2">
              <a:hueOff val="-2875169"/>
              <a:satOff val="19778"/>
              <a:lumOff val="21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C6638-B01B-41A5-9925-3A120CE6ED2A}">
      <dsp:nvSpPr>
        <dsp:cNvPr id="0" name=""/>
        <dsp:cNvSpPr/>
      </dsp:nvSpPr>
      <dsp:spPr>
        <a:xfrm>
          <a:off x="0" y="3402769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 err="1"/>
            <a:t>ConfigMaps</a:t>
          </a:r>
          <a:r>
            <a:rPr lang="en-US" sz="2600" b="0" i="0" kern="1200" baseline="0" dirty="0"/>
            <a:t> &amp; Secrets </a:t>
          </a:r>
          <a:endParaRPr lang="en-US" sz="2600" kern="1200" dirty="0"/>
        </a:p>
      </dsp:txBody>
      <dsp:txXfrm>
        <a:off x="0" y="3402769"/>
        <a:ext cx="6492875" cy="850069"/>
      </dsp:txXfrm>
    </dsp:sp>
    <dsp:sp modelId="{B8B3BDBD-9C5A-4CC9-A492-855B72C4E0A0}">
      <dsp:nvSpPr>
        <dsp:cNvPr id="0" name=""/>
        <dsp:cNvSpPr/>
      </dsp:nvSpPr>
      <dsp:spPr>
        <a:xfrm>
          <a:off x="0" y="4252838"/>
          <a:ext cx="6492875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B3DAC-0D4A-4347-9066-3405B66E4B03}">
      <dsp:nvSpPr>
        <dsp:cNvPr id="0" name=""/>
        <dsp:cNvSpPr/>
      </dsp:nvSpPr>
      <dsp:spPr>
        <a:xfrm>
          <a:off x="0" y="4252838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Troubleshooting basics (pods, logs, describe) </a:t>
          </a:r>
          <a:endParaRPr lang="en-US" sz="2600" kern="1200" dirty="0"/>
        </a:p>
      </dsp:txBody>
      <dsp:txXfrm>
        <a:off x="0" y="4252838"/>
        <a:ext cx="6492875" cy="8500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F7EB32-6AA8-448D-8B15-F2388EA6EA40}">
      <dsp:nvSpPr>
        <dsp:cNvPr id="0" name=""/>
        <dsp:cNvSpPr/>
      </dsp:nvSpPr>
      <dsp:spPr>
        <a:xfrm>
          <a:off x="1489328" y="11606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3420E9-081D-48FC-8DBF-1D553B31D47D}">
      <dsp:nvSpPr>
        <dsp:cNvPr id="0" name=""/>
        <dsp:cNvSpPr/>
      </dsp:nvSpPr>
      <dsp:spPr>
        <a:xfrm>
          <a:off x="1745265" y="26754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50D2B2-7B9E-4447-A385-0F5144BA1B21}">
      <dsp:nvSpPr>
        <dsp:cNvPr id="0" name=""/>
        <dsp:cNvSpPr/>
      </dsp:nvSpPr>
      <dsp:spPr>
        <a:xfrm>
          <a:off x="1105421" y="158660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0" i="0" kern="1200" baseline="0"/>
            <a:t>Any issues with deployments? </a:t>
          </a:r>
          <a:endParaRPr lang="en-US" sz="2000" kern="1200"/>
        </a:p>
      </dsp:txBody>
      <dsp:txXfrm>
        <a:off x="1105421" y="1586606"/>
        <a:ext cx="1968750" cy="720000"/>
      </dsp:txXfrm>
    </dsp:sp>
    <dsp:sp modelId="{EF3192E5-4A7E-471B-9D1C-A004D3962705}">
      <dsp:nvSpPr>
        <dsp:cNvPr id="0" name=""/>
        <dsp:cNvSpPr/>
      </dsp:nvSpPr>
      <dsp:spPr>
        <a:xfrm>
          <a:off x="3802609" y="11606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4C1AD7-4733-4CED-AC59-3BF62357FD6C}">
      <dsp:nvSpPr>
        <dsp:cNvPr id="0" name=""/>
        <dsp:cNvSpPr/>
      </dsp:nvSpPr>
      <dsp:spPr>
        <a:xfrm>
          <a:off x="4058546" y="26754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E5B45-B36F-4FAE-8214-9A8847BF1744}">
      <dsp:nvSpPr>
        <dsp:cNvPr id="0" name=""/>
        <dsp:cNvSpPr/>
      </dsp:nvSpPr>
      <dsp:spPr>
        <a:xfrm>
          <a:off x="3418703" y="158660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0" i="0" kern="1200" baseline="0"/>
            <a:t>Was route access clear? </a:t>
          </a:r>
          <a:endParaRPr lang="en-US" sz="2000" kern="1200"/>
        </a:p>
      </dsp:txBody>
      <dsp:txXfrm>
        <a:off x="3418703" y="1586606"/>
        <a:ext cx="1968750" cy="720000"/>
      </dsp:txXfrm>
    </dsp:sp>
    <dsp:sp modelId="{12605166-75F2-4EB7-AC76-E63D07A5A89A}">
      <dsp:nvSpPr>
        <dsp:cNvPr id="0" name=""/>
        <dsp:cNvSpPr/>
      </dsp:nvSpPr>
      <dsp:spPr>
        <a:xfrm>
          <a:off x="2645968" y="2798793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24C78E-BC91-45A0-B29B-104208FC3FE7}">
      <dsp:nvSpPr>
        <dsp:cNvPr id="0" name=""/>
        <dsp:cNvSpPr/>
      </dsp:nvSpPr>
      <dsp:spPr>
        <a:xfrm>
          <a:off x="2901906" y="3054731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97BB6B-1C2E-435E-8BE5-29C9CE9EEF5B}">
      <dsp:nvSpPr>
        <dsp:cNvPr id="0" name=""/>
        <dsp:cNvSpPr/>
      </dsp:nvSpPr>
      <dsp:spPr>
        <a:xfrm>
          <a:off x="2262062" y="4373793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0" i="0" kern="1200" baseline="0"/>
            <a:t>Any confusion on YAML? </a:t>
          </a:r>
          <a:endParaRPr lang="en-US" sz="2000" kern="1200"/>
        </a:p>
      </dsp:txBody>
      <dsp:txXfrm>
        <a:off x="2262062" y="4373793"/>
        <a:ext cx="196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6DF516-B26B-4AFA-AB55-ABFA4C9AF76D}">
      <dsp:nvSpPr>
        <dsp:cNvPr id="0" name=""/>
        <dsp:cNvSpPr/>
      </dsp:nvSpPr>
      <dsp:spPr>
        <a:xfrm>
          <a:off x="0" y="318134"/>
          <a:ext cx="6492875" cy="8154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Authentication (Who are you?) </a:t>
          </a:r>
        </a:p>
      </dsp:txBody>
      <dsp:txXfrm>
        <a:off x="39809" y="357943"/>
        <a:ext cx="6413257" cy="735872"/>
      </dsp:txXfrm>
    </dsp:sp>
    <dsp:sp modelId="{449EDF94-C91C-4853-9129-17E029BEA49B}">
      <dsp:nvSpPr>
        <dsp:cNvPr id="0" name=""/>
        <dsp:cNvSpPr/>
      </dsp:nvSpPr>
      <dsp:spPr>
        <a:xfrm>
          <a:off x="0" y="1231544"/>
          <a:ext cx="6492875" cy="815490"/>
        </a:xfrm>
        <a:prstGeom prst="roundRect">
          <a:avLst/>
        </a:prstGeom>
        <a:solidFill>
          <a:schemeClr val="accent5">
            <a:hueOff val="-928905"/>
            <a:satOff val="914"/>
            <a:lumOff val="205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Authorization (What can you do?) </a:t>
          </a:r>
        </a:p>
      </dsp:txBody>
      <dsp:txXfrm>
        <a:off x="39809" y="1271353"/>
        <a:ext cx="6413257" cy="735872"/>
      </dsp:txXfrm>
    </dsp:sp>
    <dsp:sp modelId="{A9ED07E4-9903-41D9-BE7C-BC352E6AC2C5}">
      <dsp:nvSpPr>
        <dsp:cNvPr id="0" name=""/>
        <dsp:cNvSpPr/>
      </dsp:nvSpPr>
      <dsp:spPr>
        <a:xfrm>
          <a:off x="0" y="2144955"/>
          <a:ext cx="6492875" cy="815490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RBAC (Roles &amp; Permissions) </a:t>
          </a:r>
        </a:p>
      </dsp:txBody>
      <dsp:txXfrm>
        <a:off x="39809" y="2184764"/>
        <a:ext cx="6413257" cy="735872"/>
      </dsp:txXfrm>
    </dsp:sp>
    <dsp:sp modelId="{0A153EA0-D11E-401D-82C9-4F22677BF56A}">
      <dsp:nvSpPr>
        <dsp:cNvPr id="0" name=""/>
        <dsp:cNvSpPr/>
      </dsp:nvSpPr>
      <dsp:spPr>
        <a:xfrm>
          <a:off x="0" y="3058365"/>
          <a:ext cx="6492875" cy="815490"/>
        </a:xfrm>
        <a:prstGeom prst="roundRect">
          <a:avLst/>
        </a:prstGeom>
        <a:solidFill>
          <a:schemeClr val="accent5">
            <a:hueOff val="-2786716"/>
            <a:satOff val="2743"/>
            <a:lumOff val="617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Identity Providers </a:t>
          </a:r>
        </a:p>
      </dsp:txBody>
      <dsp:txXfrm>
        <a:off x="39809" y="3098174"/>
        <a:ext cx="6413257" cy="735872"/>
      </dsp:txXfrm>
    </dsp:sp>
    <dsp:sp modelId="{3E117F4F-0F0D-4E3C-B4E0-29ED47C8081E}">
      <dsp:nvSpPr>
        <dsp:cNvPr id="0" name=""/>
        <dsp:cNvSpPr/>
      </dsp:nvSpPr>
      <dsp:spPr>
        <a:xfrm>
          <a:off x="0" y="3971775"/>
          <a:ext cx="6492875" cy="815490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Security Best Practices </a:t>
          </a:r>
        </a:p>
      </dsp:txBody>
      <dsp:txXfrm>
        <a:off x="39809" y="4011584"/>
        <a:ext cx="6413257" cy="7358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93FFF5-3073-4CDE-B04A-B49B318C5162}">
      <dsp:nvSpPr>
        <dsp:cNvPr id="0" name=""/>
        <dsp:cNvSpPr/>
      </dsp:nvSpPr>
      <dsp:spPr>
        <a:xfrm>
          <a:off x="1583589" y="77278"/>
          <a:ext cx="1509048" cy="14351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728638-1F44-49E9-AD4D-B89C901D760D}">
      <dsp:nvSpPr>
        <dsp:cNvPr id="0" name=""/>
        <dsp:cNvSpPr/>
      </dsp:nvSpPr>
      <dsp:spPr>
        <a:xfrm>
          <a:off x="182330" y="1638919"/>
          <a:ext cx="4311566" cy="615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0" i="0" kern="1200" baseline="0"/>
            <a:t>Managed by OAuth </a:t>
          </a:r>
          <a:endParaRPr lang="en-US" sz="3600" kern="1200"/>
        </a:p>
      </dsp:txBody>
      <dsp:txXfrm>
        <a:off x="182330" y="1638919"/>
        <a:ext cx="4311566" cy="615056"/>
      </dsp:txXfrm>
    </dsp:sp>
    <dsp:sp modelId="{89AF2B13-2453-4DFA-8B77-2E8AF51ECB12}">
      <dsp:nvSpPr>
        <dsp:cNvPr id="0" name=""/>
        <dsp:cNvSpPr/>
      </dsp:nvSpPr>
      <dsp:spPr>
        <a:xfrm>
          <a:off x="182330" y="2312817"/>
          <a:ext cx="4311566" cy="706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80C058-61E8-4865-A5B9-13D94B40A6B8}">
      <dsp:nvSpPr>
        <dsp:cNvPr id="0" name=""/>
        <dsp:cNvSpPr/>
      </dsp:nvSpPr>
      <dsp:spPr>
        <a:xfrm>
          <a:off x="6649680" y="77278"/>
          <a:ext cx="1509048" cy="14351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E18242-3707-4831-94AE-DAF987DAEAAA}">
      <dsp:nvSpPr>
        <dsp:cNvPr id="0" name=""/>
        <dsp:cNvSpPr/>
      </dsp:nvSpPr>
      <dsp:spPr>
        <a:xfrm>
          <a:off x="5248421" y="1638919"/>
          <a:ext cx="4311566" cy="615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0" i="0" kern="1200" baseline="0"/>
            <a:t>Users authenticate via: </a:t>
          </a:r>
          <a:endParaRPr lang="en-US" sz="3600" kern="1200"/>
        </a:p>
      </dsp:txBody>
      <dsp:txXfrm>
        <a:off x="5248421" y="1638919"/>
        <a:ext cx="4311566" cy="615056"/>
      </dsp:txXfrm>
    </dsp:sp>
    <dsp:sp modelId="{D5EF200F-A8C7-4A0D-9D73-8288AE3A1525}">
      <dsp:nvSpPr>
        <dsp:cNvPr id="0" name=""/>
        <dsp:cNvSpPr/>
      </dsp:nvSpPr>
      <dsp:spPr>
        <a:xfrm>
          <a:off x="5248421" y="2312817"/>
          <a:ext cx="4311566" cy="706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HTPasswd 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LDAP 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GitHub / OAuth providers</a:t>
          </a:r>
          <a:endParaRPr lang="en-US" sz="1700" kern="1200"/>
        </a:p>
      </dsp:txBody>
      <dsp:txXfrm>
        <a:off x="5248421" y="2312817"/>
        <a:ext cx="4311566" cy="70654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E06DD8-2F43-48D7-9888-F89A0AD07499}">
      <dsp:nvSpPr>
        <dsp:cNvPr id="0" name=""/>
        <dsp:cNvSpPr/>
      </dsp:nvSpPr>
      <dsp:spPr>
        <a:xfrm>
          <a:off x="0" y="623"/>
          <a:ext cx="6492875" cy="1458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B431C8-5942-496F-B73C-66532F2C2CCF}">
      <dsp:nvSpPr>
        <dsp:cNvPr id="0" name=""/>
        <dsp:cNvSpPr/>
      </dsp:nvSpPr>
      <dsp:spPr>
        <a:xfrm>
          <a:off x="441144" y="328747"/>
          <a:ext cx="802081" cy="8020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7560E7-8921-4EAB-839D-5F9301397A55}">
      <dsp:nvSpPr>
        <dsp:cNvPr id="0" name=""/>
        <dsp:cNvSpPr/>
      </dsp:nvSpPr>
      <dsp:spPr>
        <a:xfrm>
          <a:off x="1684370" y="623"/>
          <a:ext cx="4808504" cy="1458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340" tIns="154340" rIns="154340" bIns="15434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Based on RBAC </a:t>
          </a:r>
        </a:p>
      </dsp:txBody>
      <dsp:txXfrm>
        <a:off x="1684370" y="623"/>
        <a:ext cx="4808504" cy="1458329"/>
      </dsp:txXfrm>
    </dsp:sp>
    <dsp:sp modelId="{0B0C98F8-9C16-4AFE-9946-D8E3F9FBA04B}">
      <dsp:nvSpPr>
        <dsp:cNvPr id="0" name=""/>
        <dsp:cNvSpPr/>
      </dsp:nvSpPr>
      <dsp:spPr>
        <a:xfrm>
          <a:off x="0" y="1823535"/>
          <a:ext cx="6492875" cy="1458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05FC06-2E49-4274-947D-688FF5575F84}">
      <dsp:nvSpPr>
        <dsp:cNvPr id="0" name=""/>
        <dsp:cNvSpPr/>
      </dsp:nvSpPr>
      <dsp:spPr>
        <a:xfrm>
          <a:off x="441144" y="2151659"/>
          <a:ext cx="802081" cy="8020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40BBA6-E7C8-49D5-9664-081E75464C8E}">
      <dsp:nvSpPr>
        <dsp:cNvPr id="0" name=""/>
        <dsp:cNvSpPr/>
      </dsp:nvSpPr>
      <dsp:spPr>
        <a:xfrm>
          <a:off x="1684370" y="1823535"/>
          <a:ext cx="4808504" cy="1458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340" tIns="154340" rIns="154340" bIns="15434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Roles define permissions </a:t>
          </a:r>
        </a:p>
      </dsp:txBody>
      <dsp:txXfrm>
        <a:off x="1684370" y="1823535"/>
        <a:ext cx="4808504" cy="1458329"/>
      </dsp:txXfrm>
    </dsp:sp>
    <dsp:sp modelId="{45E7338A-0ED1-4424-AFA1-FDF193533F2B}">
      <dsp:nvSpPr>
        <dsp:cNvPr id="0" name=""/>
        <dsp:cNvSpPr/>
      </dsp:nvSpPr>
      <dsp:spPr>
        <a:xfrm>
          <a:off x="0" y="3646447"/>
          <a:ext cx="6492875" cy="1458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EB8D0A-527D-4433-AD36-29871ED27463}">
      <dsp:nvSpPr>
        <dsp:cNvPr id="0" name=""/>
        <dsp:cNvSpPr/>
      </dsp:nvSpPr>
      <dsp:spPr>
        <a:xfrm>
          <a:off x="441144" y="3974571"/>
          <a:ext cx="802081" cy="8020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84BBC-7104-42BA-87F5-34968A5CFB24}">
      <dsp:nvSpPr>
        <dsp:cNvPr id="0" name=""/>
        <dsp:cNvSpPr/>
      </dsp:nvSpPr>
      <dsp:spPr>
        <a:xfrm>
          <a:off x="1684370" y="3646447"/>
          <a:ext cx="4808504" cy="1458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340" tIns="154340" rIns="154340" bIns="15434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Users/groups assigned roles </a:t>
          </a:r>
        </a:p>
      </dsp:txBody>
      <dsp:txXfrm>
        <a:off x="1684370" y="3646447"/>
        <a:ext cx="4808504" cy="14583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578EAD-FEE6-4179-AF4B-06144715EB7F}">
      <dsp:nvSpPr>
        <dsp:cNvPr id="0" name=""/>
        <dsp:cNvSpPr/>
      </dsp:nvSpPr>
      <dsp:spPr>
        <a:xfrm>
          <a:off x="0" y="53990"/>
          <a:ext cx="6492875" cy="15890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Role → set of permissions </a:t>
          </a:r>
          <a:endParaRPr lang="en-US" sz="4000" kern="1200"/>
        </a:p>
      </dsp:txBody>
      <dsp:txXfrm>
        <a:off x="77569" y="131559"/>
        <a:ext cx="6337737" cy="1433868"/>
      </dsp:txXfrm>
    </dsp:sp>
    <dsp:sp modelId="{DEF0E124-4D0C-44D6-809E-C23CB669DCC8}">
      <dsp:nvSpPr>
        <dsp:cNvPr id="0" name=""/>
        <dsp:cNvSpPr/>
      </dsp:nvSpPr>
      <dsp:spPr>
        <a:xfrm>
          <a:off x="0" y="1758196"/>
          <a:ext cx="6492875" cy="1589006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RoleBinding → assign role to user </a:t>
          </a:r>
          <a:endParaRPr lang="en-US" sz="4000" kern="1200"/>
        </a:p>
      </dsp:txBody>
      <dsp:txXfrm>
        <a:off x="77569" y="1835765"/>
        <a:ext cx="6337737" cy="1433868"/>
      </dsp:txXfrm>
    </dsp:sp>
    <dsp:sp modelId="{CA958681-4D8E-4B8A-A41F-013A65F2D31B}">
      <dsp:nvSpPr>
        <dsp:cNvPr id="0" name=""/>
        <dsp:cNvSpPr/>
      </dsp:nvSpPr>
      <dsp:spPr>
        <a:xfrm>
          <a:off x="0" y="3462403"/>
          <a:ext cx="6492875" cy="1589006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ClusterRole → cluster-wide role </a:t>
          </a:r>
          <a:endParaRPr lang="en-US" sz="4000" kern="1200"/>
        </a:p>
      </dsp:txBody>
      <dsp:txXfrm>
        <a:off x="77569" y="3539972"/>
        <a:ext cx="6337737" cy="143386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B0FE9-E38C-4D6A-851F-98EF40D8ADC4}">
      <dsp:nvSpPr>
        <dsp:cNvPr id="0" name=""/>
        <dsp:cNvSpPr/>
      </dsp:nvSpPr>
      <dsp:spPr>
        <a:xfrm>
          <a:off x="0" y="959542"/>
          <a:ext cx="6492875" cy="98338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/>
            <a:t>admin → full project access </a:t>
          </a:r>
          <a:endParaRPr lang="en-US" sz="4100" kern="1200"/>
        </a:p>
      </dsp:txBody>
      <dsp:txXfrm>
        <a:off x="48005" y="1007547"/>
        <a:ext cx="6396865" cy="887374"/>
      </dsp:txXfrm>
    </dsp:sp>
    <dsp:sp modelId="{653EF05E-3B21-4839-8865-35929F21EE37}">
      <dsp:nvSpPr>
        <dsp:cNvPr id="0" name=""/>
        <dsp:cNvSpPr/>
      </dsp:nvSpPr>
      <dsp:spPr>
        <a:xfrm>
          <a:off x="0" y="2061007"/>
          <a:ext cx="6492875" cy="983384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/>
            <a:t>edit → modify resources </a:t>
          </a:r>
          <a:endParaRPr lang="en-US" sz="4100" kern="1200"/>
        </a:p>
      </dsp:txBody>
      <dsp:txXfrm>
        <a:off x="48005" y="2109012"/>
        <a:ext cx="6396865" cy="887374"/>
      </dsp:txXfrm>
    </dsp:sp>
    <dsp:sp modelId="{64D100D8-D6E6-4A9B-A5E7-50F2D9FCE122}">
      <dsp:nvSpPr>
        <dsp:cNvPr id="0" name=""/>
        <dsp:cNvSpPr/>
      </dsp:nvSpPr>
      <dsp:spPr>
        <a:xfrm>
          <a:off x="0" y="3162472"/>
          <a:ext cx="6492875" cy="983384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/>
            <a:t>view → read-only </a:t>
          </a:r>
          <a:endParaRPr lang="en-US" sz="4100" kern="1200"/>
        </a:p>
      </dsp:txBody>
      <dsp:txXfrm>
        <a:off x="48005" y="3210477"/>
        <a:ext cx="6396865" cy="8873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E1012-18AB-4FDD-BDCC-1041DF972360}">
      <dsp:nvSpPr>
        <dsp:cNvPr id="0" name=""/>
        <dsp:cNvSpPr/>
      </dsp:nvSpPr>
      <dsp:spPr>
        <a:xfrm>
          <a:off x="0" y="570967"/>
          <a:ext cx="6492875" cy="12232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b="0" i="0" kern="1200" baseline="0"/>
            <a:t>Developer → edit role </a:t>
          </a:r>
          <a:endParaRPr lang="en-US" sz="5100" kern="1200"/>
        </a:p>
      </dsp:txBody>
      <dsp:txXfrm>
        <a:off x="59713" y="630680"/>
        <a:ext cx="6373449" cy="1103809"/>
      </dsp:txXfrm>
    </dsp:sp>
    <dsp:sp modelId="{04E14EF2-5C30-43E1-8DC6-2709CB293420}">
      <dsp:nvSpPr>
        <dsp:cNvPr id="0" name=""/>
        <dsp:cNvSpPr/>
      </dsp:nvSpPr>
      <dsp:spPr>
        <a:xfrm>
          <a:off x="0" y="1941082"/>
          <a:ext cx="6492875" cy="1223235"/>
        </a:xfrm>
        <a:prstGeom prst="roundRect">
          <a:avLst/>
        </a:prstGeom>
        <a:solidFill>
          <a:schemeClr val="accent5">
            <a:hueOff val="-1857811"/>
            <a:satOff val="1829"/>
            <a:lumOff val="41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b="0" i="0" kern="1200" baseline="0"/>
            <a:t>Tester → view role </a:t>
          </a:r>
          <a:endParaRPr lang="en-US" sz="5100" kern="1200"/>
        </a:p>
      </dsp:txBody>
      <dsp:txXfrm>
        <a:off x="59713" y="2000795"/>
        <a:ext cx="6373449" cy="1103809"/>
      </dsp:txXfrm>
    </dsp:sp>
    <dsp:sp modelId="{A4BB2F3F-EB8F-4C83-8F01-541EDEFD2675}">
      <dsp:nvSpPr>
        <dsp:cNvPr id="0" name=""/>
        <dsp:cNvSpPr/>
      </dsp:nvSpPr>
      <dsp:spPr>
        <a:xfrm>
          <a:off x="0" y="3311197"/>
          <a:ext cx="6492875" cy="1223235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b="0" i="0" kern="1200" baseline="0"/>
            <a:t>Admin → admin role </a:t>
          </a:r>
          <a:endParaRPr lang="en-US" sz="5100" kern="1200"/>
        </a:p>
      </dsp:txBody>
      <dsp:txXfrm>
        <a:off x="59713" y="3370910"/>
        <a:ext cx="6373449" cy="110380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9F6AD8-3F36-4DED-8818-5118579D0073}">
      <dsp:nvSpPr>
        <dsp:cNvPr id="0" name=""/>
        <dsp:cNvSpPr/>
      </dsp:nvSpPr>
      <dsp:spPr>
        <a:xfrm>
          <a:off x="1298574" y="2355"/>
          <a:ext cx="5194300" cy="1220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784" tIns="309946" rIns="100784" bIns="30994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 users </a:t>
          </a:r>
        </a:p>
      </dsp:txBody>
      <dsp:txXfrm>
        <a:off x="1298574" y="2355"/>
        <a:ext cx="5194300" cy="1220260"/>
      </dsp:txXfrm>
    </dsp:sp>
    <dsp:sp modelId="{A3A1DDF7-6E11-4673-A0BB-FF87775D2054}">
      <dsp:nvSpPr>
        <dsp:cNvPr id="0" name=""/>
        <dsp:cNvSpPr/>
      </dsp:nvSpPr>
      <dsp:spPr>
        <a:xfrm>
          <a:off x="0" y="2355"/>
          <a:ext cx="1298575" cy="12202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716" tIns="120535" rIns="68716" bIns="12053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Create</a:t>
          </a:r>
        </a:p>
      </dsp:txBody>
      <dsp:txXfrm>
        <a:off x="0" y="2355"/>
        <a:ext cx="1298575" cy="1220260"/>
      </dsp:txXfrm>
    </dsp:sp>
    <dsp:sp modelId="{2E382D82-A59B-497D-8571-69B5371DDE16}">
      <dsp:nvSpPr>
        <dsp:cNvPr id="0" name=""/>
        <dsp:cNvSpPr/>
      </dsp:nvSpPr>
      <dsp:spPr>
        <a:xfrm>
          <a:off x="1298575" y="1295831"/>
          <a:ext cx="5194300" cy="1220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784" tIns="309946" rIns="100784" bIns="30994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Assign roles </a:t>
          </a:r>
        </a:p>
      </dsp:txBody>
      <dsp:txXfrm>
        <a:off x="1298575" y="1295831"/>
        <a:ext cx="5194300" cy="1220260"/>
      </dsp:txXfrm>
    </dsp:sp>
    <dsp:sp modelId="{5C532828-9DCF-44A1-ACCD-054714424715}">
      <dsp:nvSpPr>
        <dsp:cNvPr id="0" name=""/>
        <dsp:cNvSpPr/>
      </dsp:nvSpPr>
      <dsp:spPr>
        <a:xfrm>
          <a:off x="0" y="1295831"/>
          <a:ext cx="1298575" cy="12202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716" tIns="120535" rIns="68716" bIns="12053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Assign</a:t>
          </a:r>
        </a:p>
      </dsp:txBody>
      <dsp:txXfrm>
        <a:off x="0" y="1295831"/>
        <a:ext cx="1298575" cy="1220260"/>
      </dsp:txXfrm>
    </dsp:sp>
    <dsp:sp modelId="{7ACCD4F6-ED2D-41AB-A478-E7C1EAF135FF}">
      <dsp:nvSpPr>
        <dsp:cNvPr id="0" name=""/>
        <dsp:cNvSpPr/>
      </dsp:nvSpPr>
      <dsp:spPr>
        <a:xfrm>
          <a:off x="1298575" y="2589307"/>
          <a:ext cx="5194300" cy="1220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784" tIns="309946" rIns="100784" bIns="30994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Test access control </a:t>
          </a:r>
        </a:p>
      </dsp:txBody>
      <dsp:txXfrm>
        <a:off x="1298575" y="2589307"/>
        <a:ext cx="5194300" cy="1220260"/>
      </dsp:txXfrm>
    </dsp:sp>
    <dsp:sp modelId="{86C150BC-A386-4206-BAD7-9F0E8AD1A55B}">
      <dsp:nvSpPr>
        <dsp:cNvPr id="0" name=""/>
        <dsp:cNvSpPr/>
      </dsp:nvSpPr>
      <dsp:spPr>
        <a:xfrm>
          <a:off x="0" y="2589307"/>
          <a:ext cx="1298575" cy="12202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716" tIns="120535" rIns="68716" bIns="12053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Test</a:t>
          </a:r>
        </a:p>
      </dsp:txBody>
      <dsp:txXfrm>
        <a:off x="0" y="2589307"/>
        <a:ext cx="1298575" cy="1220260"/>
      </dsp:txXfrm>
    </dsp:sp>
    <dsp:sp modelId="{B46EFBCA-CA82-4700-9BD0-2746B3DE44C8}">
      <dsp:nvSpPr>
        <dsp:cNvPr id="0" name=""/>
        <dsp:cNvSpPr/>
      </dsp:nvSpPr>
      <dsp:spPr>
        <a:xfrm>
          <a:off x="1298575" y="3882783"/>
          <a:ext cx="5194300" cy="12202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784" tIns="309946" rIns="100784" bIns="30994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Break &amp; fix permissions </a:t>
          </a:r>
        </a:p>
      </dsp:txBody>
      <dsp:txXfrm>
        <a:off x="1298575" y="3882783"/>
        <a:ext cx="5194300" cy="1220260"/>
      </dsp:txXfrm>
    </dsp:sp>
    <dsp:sp modelId="{3B6D6C00-9B54-4CEB-AE7F-371B379A844C}">
      <dsp:nvSpPr>
        <dsp:cNvPr id="0" name=""/>
        <dsp:cNvSpPr/>
      </dsp:nvSpPr>
      <dsp:spPr>
        <a:xfrm>
          <a:off x="0" y="3882783"/>
          <a:ext cx="1298575" cy="12202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716" tIns="120535" rIns="68716" bIns="12053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Break &amp; fix</a:t>
          </a:r>
        </a:p>
      </dsp:txBody>
      <dsp:txXfrm>
        <a:off x="0" y="3882783"/>
        <a:ext cx="1298575" cy="1220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4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91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23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7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0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78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2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52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5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0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5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68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270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51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56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68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49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337C947-E658-4D24-B9F2-012084C22DC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4BEA77-A27A-4342-8189-A740E1B71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58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67A1FC6-22FB-4EA7-B90A-C9F18FBE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246FDC4-DD97-431A-914A-9EB57A4A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D4E68A2-74B0-42F5-BB75-2E1A7C201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947E9-2450-74C7-9C15-EE29277B4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278" y="755904"/>
            <a:ext cx="9385405" cy="3084576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OpenShift DO280 – Day 2</a:t>
            </a:r>
          </a:p>
        </p:txBody>
      </p:sp>
    </p:spTree>
    <p:extLst>
      <p:ext uri="{BB962C8B-B14F-4D97-AF65-F5344CB8AC3E}">
        <p14:creationId xmlns:p14="http://schemas.microsoft.com/office/powerpoint/2010/main" val="146019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388D9-77D7-713C-E7F3-D5EA6A4E6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Day 1 Recap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D5589B5-7D59-B8F7-4807-E393C44E49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3868589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455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4A3B6-673B-5E50-B4DF-C1DC754A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3E3BD-9F66-DACD-ECA4-0A6CAF2EC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Learning from Day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CDB5B-4360-A906-C080-0FDBC21EE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Everything in Kubernetes is declarative </a:t>
            </a:r>
          </a:p>
          <a:p>
            <a:r>
              <a:rPr lang="en-US" dirty="0"/>
              <a:t>YAML = source of truth </a:t>
            </a:r>
          </a:p>
          <a:p>
            <a:r>
              <a:rPr lang="en-US" dirty="0"/>
              <a:t>Route → Service → Pod flow </a:t>
            </a:r>
          </a:p>
          <a:p>
            <a:r>
              <a:rPr lang="en-US" dirty="0"/>
              <a:t>Debugging is step-by-step </a:t>
            </a:r>
          </a:p>
          <a:p>
            <a:r>
              <a:rPr lang="en-US" dirty="0" err="1"/>
              <a:t>Openshift</a:t>
            </a:r>
            <a:r>
              <a:rPr lang="en-US" dirty="0"/>
              <a:t> Template</a:t>
            </a:r>
          </a:p>
          <a:p>
            <a:r>
              <a:rPr lang="en-US" dirty="0"/>
              <a:t>Helm chart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298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F9EE6-70AE-CA4D-6FC1-189E59B7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69285E-0377-98DC-E594-1077790ED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Q&amp;A Discussion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FF1C0FB-719D-9EA2-7D82-3973601416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6690506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4316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52B109-B34E-D124-6F92-F2280E85F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B1BDB70B-F0E6-4867-818F-C582494FB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7083" y="0"/>
            <a:ext cx="11134917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52C707-F508-47B5-8864-8CC3EE0F0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025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66B5DD9-1C9B-4957-AF7C-8E11C7E88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DF9D480-2CEE-4037-8C1B-638068630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EBF6F7B8-E51D-495D-B944-B8E2E84C5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F43BB0F7-F9F4-4CFA-9277-2B671DC70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51F18A6-D926-4462-B110-63097184F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ED77B4F5-55D8-444A-9EFF-CAAA8CD69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CB70B-258D-6A00-6A36-37FC25483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013" y="1072609"/>
            <a:ext cx="3041557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3200">
                <a:solidFill>
                  <a:schemeClr val="tx2"/>
                </a:solidFill>
              </a:rPr>
              <a:t>Q&amp;A Topic 1: Own Image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9358D-375D-64E5-E3F5-FD2137868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032" y="1072609"/>
            <a:ext cx="6383207" cy="45226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✔ Your own registry</a:t>
            </a:r>
            <a:br>
              <a:rPr lang="en-US" sz="2000" dirty="0"/>
            </a:br>
            <a:r>
              <a:rPr lang="en-US" sz="2000" dirty="0"/>
              <a:t>✔ No Docker Hub limits</a:t>
            </a:r>
            <a:br>
              <a:rPr lang="en-US" sz="2000" dirty="0"/>
            </a:br>
            <a:r>
              <a:rPr lang="en-US" sz="2000" dirty="0"/>
              <a:t>✔ No login required for students</a:t>
            </a:r>
            <a:br>
              <a:rPr lang="en-US" sz="2000" dirty="0"/>
            </a:br>
            <a:r>
              <a:rPr lang="en-US" sz="2000" dirty="0"/>
              <a:t>✔ Fully controllable lab</a:t>
            </a:r>
          </a:p>
        </p:txBody>
      </p:sp>
    </p:spTree>
    <p:extLst>
      <p:ext uri="{BB962C8B-B14F-4D97-AF65-F5344CB8AC3E}">
        <p14:creationId xmlns:p14="http://schemas.microsoft.com/office/powerpoint/2010/main" val="1074376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3B037-960E-AEA6-354A-94CBA63E1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B9B35-9F20-6907-4555-1F0B17E2A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465615"/>
            <a:ext cx="3333495" cy="1504335"/>
          </a:xfrm>
        </p:spPr>
        <p:txBody>
          <a:bodyPr>
            <a:normAutofit/>
          </a:bodyPr>
          <a:lstStyle/>
          <a:p>
            <a:r>
              <a:rPr lang="en-US" sz="2400" dirty="0"/>
              <a:t>Q&amp;A Topic 2: Node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90894-1B23-5C41-1824-C60431673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351" y="2209748"/>
            <a:ext cx="4015409" cy="3634410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Node selector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Pod chooses node by label.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Simple and exact.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Affinity / anti-affinity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Pod expresses rules or preferences.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More advanced and smarter.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Taints / tolerations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Node blocks pods unless they are allowed.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Best for isolation and reservation.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32A1D4-4DE9-DA11-F756-28EA9E534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850933"/>
              </p:ext>
            </p:extLst>
          </p:nvPr>
        </p:nvGraphicFramePr>
        <p:xfrm>
          <a:off x="5262033" y="1969950"/>
          <a:ext cx="6240991" cy="2484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00810">
                  <a:extLst>
                    <a:ext uri="{9D8B030D-6E8A-4147-A177-3AD203B41FA5}">
                      <a16:colId xmlns:a16="http://schemas.microsoft.com/office/drawing/2014/main" val="2376330405"/>
                    </a:ext>
                  </a:extLst>
                </a:gridCol>
                <a:gridCol w="1826797">
                  <a:extLst>
                    <a:ext uri="{9D8B030D-6E8A-4147-A177-3AD203B41FA5}">
                      <a16:colId xmlns:a16="http://schemas.microsoft.com/office/drawing/2014/main" val="1409230675"/>
                    </a:ext>
                  </a:extLst>
                </a:gridCol>
                <a:gridCol w="1383161">
                  <a:extLst>
                    <a:ext uri="{9D8B030D-6E8A-4147-A177-3AD203B41FA5}">
                      <a16:colId xmlns:a16="http://schemas.microsoft.com/office/drawing/2014/main" val="3443718990"/>
                    </a:ext>
                  </a:extLst>
                </a:gridCol>
                <a:gridCol w="1530223">
                  <a:extLst>
                    <a:ext uri="{9D8B030D-6E8A-4147-A177-3AD203B41FA5}">
                      <a16:colId xmlns:a16="http://schemas.microsoft.com/office/drawing/2014/main" val="1754916721"/>
                    </a:ext>
                  </a:extLst>
                </a:gridCol>
              </a:tblGrid>
              <a:tr h="5505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cap="none" spc="0" dirty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cap="none" spc="0" dirty="0">
                          <a:solidFill>
                            <a:schemeClr val="tx1"/>
                          </a:solidFill>
                        </a:rPr>
                        <a:t>Node Selector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cap="none" spc="0" dirty="0">
                          <a:solidFill>
                            <a:schemeClr val="tx1"/>
                          </a:solidFill>
                        </a:rPr>
                        <a:t>Affinity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cap="none" spc="0" dirty="0">
                          <a:solidFill>
                            <a:schemeClr val="tx1"/>
                          </a:solidFill>
                        </a:rPr>
                        <a:t>Anti-Affinity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411650"/>
                  </a:ext>
                </a:extLst>
              </a:tr>
              <a:tr h="550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Complexity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Simple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988093"/>
                  </a:ext>
                </a:extLst>
              </a:tr>
              <a:tr h="550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Flexibility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81181"/>
                  </a:ext>
                </a:extLst>
              </a:tr>
              <a:tr h="832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Use Case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Basic placement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Advanced rules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HA distribution</a:t>
                      </a:r>
                    </a:p>
                  </a:txBody>
                  <a:tcPr marL="98825" marR="70589" marT="70589" marB="1411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912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389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C3690-84FF-70B1-D0BB-9F0964AD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20326A-1F63-5544-2C2A-01F706A79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Day 2 Agenda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792FD8-69B2-5E77-676C-66C2C01704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0813483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707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91E17-F1E5-5D5A-005C-87243108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90265" y="-12875"/>
            <a:ext cx="2604396" cy="6890194"/>
            <a:chOff x="2199787" y="-12875"/>
            <a:chExt cx="2679011" cy="6890194"/>
          </a:xfrm>
        </p:grpSpPr>
        <p:sp useBgFill="1">
          <p:nvSpPr>
            <p:cNvPr id="24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25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CED65C-9E31-E37D-8B59-D79EC111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399" y="685800"/>
            <a:ext cx="7345891" cy="1413933"/>
          </a:xfrm>
        </p:spPr>
        <p:txBody>
          <a:bodyPr>
            <a:normAutofit/>
          </a:bodyPr>
          <a:lstStyle/>
          <a:p>
            <a:r>
              <a:rPr lang="en-US"/>
              <a:t>Authentication vs Authorization</a:t>
            </a:r>
            <a:endParaRPr lang="en-US" dirty="0"/>
          </a:p>
        </p:txBody>
      </p:sp>
      <p:pic>
        <p:nvPicPr>
          <p:cNvPr id="29" name="Picture 28" descr="Padlock on computer motherboard">
            <a:extLst>
              <a:ext uri="{FF2B5EF4-FFF2-40B4-BE49-F238E27FC236}">
                <a16:creationId xmlns:a16="http://schemas.microsoft.com/office/drawing/2014/main" id="{2CD3893C-8631-4162-8955-72E445BB9B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08" r="39023" b="-1"/>
          <a:stretch>
            <a:fillRect/>
          </a:stretch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B4AA6-91AA-E040-A62A-4F67A1A48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867" y="2048933"/>
            <a:ext cx="7659156" cy="3742267"/>
          </a:xfrm>
        </p:spPr>
        <p:txBody>
          <a:bodyPr>
            <a:normAutofit/>
          </a:bodyPr>
          <a:lstStyle/>
          <a:p>
            <a:r>
              <a:rPr lang="en-US"/>
              <a:t>Authentication = Identity </a:t>
            </a:r>
          </a:p>
          <a:p>
            <a:r>
              <a:rPr lang="en-US"/>
              <a:t>Authorization = Permissions </a:t>
            </a:r>
          </a:p>
          <a:p>
            <a:pPr marL="0" indent="0">
              <a:buNone/>
            </a:pPr>
            <a:r>
              <a:rPr lang="en-US"/>
              <a:t>Example:</a:t>
            </a:r>
          </a:p>
          <a:p>
            <a:r>
              <a:rPr lang="en-US"/>
              <a:t>Login → Authentication </a:t>
            </a:r>
          </a:p>
          <a:p>
            <a:r>
              <a:rPr lang="en-US"/>
              <a:t>Access resource → Authorization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990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089A2-723D-7DC4-9AC8-946395144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6E9AB-29C2-1521-5C75-7742853DC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 dirty="0"/>
              <a:t>Authentication in OpenShift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2BE64A1-A663-AC17-13A9-A3C514D4F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232419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9417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A9505-BC0F-FA9F-D157-4E5E232C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 Type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EE05C1-0A82-C171-12F3-60A53BEFC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4479349"/>
              </p:ext>
            </p:extLst>
          </p:nvPr>
        </p:nvGraphicFramePr>
        <p:xfrm>
          <a:off x="1484313" y="2766060"/>
          <a:ext cx="10018712" cy="2926080"/>
        </p:xfrm>
        <a:graphic>
          <a:graphicData uri="http://schemas.openxmlformats.org/drawingml/2006/table">
            <a:tbl>
              <a:tblPr/>
              <a:tblGrid>
                <a:gridCol w="2504678">
                  <a:extLst>
                    <a:ext uri="{9D8B030D-6E8A-4147-A177-3AD203B41FA5}">
                      <a16:colId xmlns:a16="http://schemas.microsoft.com/office/drawing/2014/main" val="4237850092"/>
                    </a:ext>
                  </a:extLst>
                </a:gridCol>
                <a:gridCol w="2504678">
                  <a:extLst>
                    <a:ext uri="{9D8B030D-6E8A-4147-A177-3AD203B41FA5}">
                      <a16:colId xmlns:a16="http://schemas.microsoft.com/office/drawing/2014/main" val="1830073881"/>
                    </a:ext>
                  </a:extLst>
                </a:gridCol>
                <a:gridCol w="2504678">
                  <a:extLst>
                    <a:ext uri="{9D8B030D-6E8A-4147-A177-3AD203B41FA5}">
                      <a16:colId xmlns:a16="http://schemas.microsoft.com/office/drawing/2014/main" val="1928473596"/>
                    </a:ext>
                  </a:extLst>
                </a:gridCol>
                <a:gridCol w="2504678">
                  <a:extLst>
                    <a:ext uri="{9D8B030D-6E8A-4147-A177-3AD203B41FA5}">
                      <a16:colId xmlns:a16="http://schemas.microsoft.com/office/drawing/2014/main" val="40705086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Provider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Recommended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91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HTPasswd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Labs / 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629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LDAP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Enterprise 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878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OAuth (GitHub, Google)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 environments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233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OIDC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Enterprise SSO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✅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945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Keystone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OpenStack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⚠️ Rare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27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Request Header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Proxy-based SSO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Advanced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912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Basic Auth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Legacy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411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102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257FA-67CD-661D-BBA3-52A76623F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FB894-A175-C373-B8AC-C89D49572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Authorization in OpenShift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435228B3-2501-819A-8939-23E2569AAB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7646450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2242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8247C-0376-25A4-E2AE-9486F7725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1BF74-2A65-70A2-B840-8F4BD64C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RBAC Concepts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82FFFC3-4DAB-2354-71A3-D6C2F7CAE6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9974010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3313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6FCF6-53B9-B3E2-8309-DD11E5AED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2EB4F6-8F4A-7ADB-818B-1D55C3BC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Built-in Roles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E1861F5E-57BB-AAF4-FF81-8A4307661A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487717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7459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D0B3-F765-27B6-3BA6-937206E96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891209"/>
          </a:xfrm>
        </p:spPr>
        <p:txBody>
          <a:bodyPr>
            <a:normAutofit/>
          </a:bodyPr>
          <a:lstStyle/>
          <a:p>
            <a:r>
              <a:rPr lang="en-US" dirty="0"/>
              <a:t>OpenShift Roles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E0C75D-4E06-371D-B896-07B735DD8D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2686683"/>
              </p:ext>
            </p:extLst>
          </p:nvPr>
        </p:nvGraphicFramePr>
        <p:xfrm>
          <a:off x="1760706" y="1669510"/>
          <a:ext cx="10309374" cy="4784139"/>
        </p:xfrm>
        <a:graphic>
          <a:graphicData uri="http://schemas.openxmlformats.org/drawingml/2006/table">
            <a:tbl>
              <a:tblPr/>
              <a:tblGrid>
                <a:gridCol w="1055648">
                  <a:extLst>
                    <a:ext uri="{9D8B030D-6E8A-4147-A177-3AD203B41FA5}">
                      <a16:colId xmlns:a16="http://schemas.microsoft.com/office/drawing/2014/main" val="2203533364"/>
                    </a:ext>
                  </a:extLst>
                </a:gridCol>
                <a:gridCol w="1086413">
                  <a:extLst>
                    <a:ext uri="{9D8B030D-6E8A-4147-A177-3AD203B41FA5}">
                      <a16:colId xmlns:a16="http://schemas.microsoft.com/office/drawing/2014/main" val="1653807279"/>
                    </a:ext>
                  </a:extLst>
                </a:gridCol>
                <a:gridCol w="1948070">
                  <a:extLst>
                    <a:ext uri="{9D8B030D-6E8A-4147-A177-3AD203B41FA5}">
                      <a16:colId xmlns:a16="http://schemas.microsoft.com/office/drawing/2014/main" val="994613411"/>
                    </a:ext>
                  </a:extLst>
                </a:gridCol>
                <a:gridCol w="1616765">
                  <a:extLst>
                    <a:ext uri="{9D8B030D-6E8A-4147-A177-3AD203B41FA5}">
                      <a16:colId xmlns:a16="http://schemas.microsoft.com/office/drawing/2014/main" val="1675706243"/>
                    </a:ext>
                  </a:extLst>
                </a:gridCol>
                <a:gridCol w="1848678">
                  <a:extLst>
                    <a:ext uri="{9D8B030D-6E8A-4147-A177-3AD203B41FA5}">
                      <a16:colId xmlns:a16="http://schemas.microsoft.com/office/drawing/2014/main" val="153613884"/>
                    </a:ext>
                  </a:extLst>
                </a:gridCol>
                <a:gridCol w="2753800">
                  <a:extLst>
                    <a:ext uri="{9D8B030D-6E8A-4147-A177-3AD203B41FA5}">
                      <a16:colId xmlns:a16="http://schemas.microsoft.com/office/drawing/2014/main" val="45557805"/>
                    </a:ext>
                  </a:extLst>
                </a:gridCol>
              </a:tblGrid>
              <a:tr h="3941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Role Name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Scope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What User Can Do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What User Cannot Do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Typical Use Case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Command Example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415493"/>
                  </a:ext>
                </a:extLst>
              </a:tr>
              <a:tr h="9317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effectLst/>
                          <a:latin typeface="Arial" panose="020B0604020202020204" pitchFamily="34" charset="0"/>
                        </a:rPr>
                        <a:t>view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Project (Namespace)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View resources, logs, status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Cannot create/update/delete anything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Auditors, monitoring teams, management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ourier New" panose="02070309020205020404" pitchFamily="49" charset="0"/>
                        </a:rPr>
                        <a:t>oc adm policy add-role-to-user view user1 -n proj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178352"/>
                  </a:ext>
                </a:extLst>
              </a:tr>
              <a:tr h="9317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effectLst/>
                          <a:latin typeface="Arial" panose="020B0604020202020204" pitchFamily="34" charset="0"/>
                        </a:rPr>
                        <a:t>edit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Project (Namespace)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Deploy apps, create pods, services, routes, scale apps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Cannot manage roles or permissions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Developers, students, app teams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ourier New" panose="02070309020205020404" pitchFamily="49" charset="0"/>
                        </a:rPr>
                        <a:t>oc adm policy add-role-to-user edit user1 -n proj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578985"/>
                  </a:ext>
                </a:extLst>
              </a:tr>
              <a:tr h="9317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effectLst/>
                          <a:latin typeface="Arial" panose="020B0604020202020204" pitchFamily="34" charset="0"/>
                        </a:rPr>
                        <a:t>admin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Project (Namespace)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Manage users, assign roles, quotas, all project resources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Cannot manage cluster-wide configs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Team leads, project DevOps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ourier New" panose="02070309020205020404" pitchFamily="49" charset="0"/>
                        </a:rPr>
                        <a:t>oc adm policy add-role-to-user admin user1 -n proj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336228"/>
                  </a:ext>
                </a:extLst>
              </a:tr>
              <a:tr h="9317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effectLst/>
                          <a:latin typeface="Arial" panose="020B0604020202020204" pitchFamily="34" charset="0"/>
                        </a:rPr>
                        <a:t>cluster-admin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Cluster-wide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Full access to everything (nodes, security, RBAC, all projects)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Nothing restricted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Platform admin, trainer (you)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Courier New" panose="02070309020205020404" pitchFamily="49" charset="0"/>
                        </a:rPr>
                        <a:t>oc adm policy add-cluster-role-to-user cluster-admin user1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533627"/>
                  </a:ext>
                </a:extLst>
              </a:tr>
              <a:tr h="66297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effectLst/>
                          <a:latin typeface="Arial" panose="020B0604020202020204" pitchFamily="34" charset="0"/>
                        </a:rPr>
                        <a:t>custom role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Project / Cluster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Only specific permissions (e.g., only pods, only logs)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Anything not explicitly allowed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Fine-grained access, security use cases</a:t>
                      </a: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 err="1">
                          <a:effectLst/>
                          <a:latin typeface="Courier New" panose="02070309020205020404" pitchFamily="49" charset="0"/>
                        </a:rPr>
                        <a:t>oc</a:t>
                      </a:r>
                      <a:r>
                        <a:rPr lang="en-US" sz="1200" b="0" i="0" u="none" strike="noStrike" dirty="0">
                          <a:effectLst/>
                          <a:latin typeface="Courier New" panose="02070309020205020404" pitchFamily="49" charset="0"/>
                        </a:rPr>
                        <a:t> create role + </a:t>
                      </a:r>
                      <a:r>
                        <a:rPr lang="en-US" sz="1200" b="0" i="0" u="none" strike="noStrike" dirty="0" err="1">
                          <a:effectLst/>
                          <a:latin typeface="Courier New" panose="02070309020205020404" pitchFamily="49" charset="0"/>
                        </a:rPr>
                        <a:t>rolebinding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430" marR="56430" marT="28215" marB="282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4331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C478D-DA5A-D722-1116-FC8B0D997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12F4A-7094-E0A6-0F3D-9CF112A6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Real Example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D1663EB-1284-5272-0409-0B197311FD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9446530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6441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027A66-D041-0911-095B-C487711F8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90265" y="-12875"/>
            <a:ext cx="2604396" cy="6890194"/>
            <a:chOff x="2199787" y="-12875"/>
            <a:chExt cx="2679011" cy="6890194"/>
          </a:xfrm>
        </p:grpSpPr>
        <p:sp useBgFill="1">
          <p:nvSpPr>
            <p:cNvPr id="24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25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74D9174-F627-B31A-9802-A4233191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399" y="685800"/>
            <a:ext cx="7345891" cy="1413933"/>
          </a:xfrm>
        </p:spPr>
        <p:txBody>
          <a:bodyPr>
            <a:normAutofit/>
          </a:bodyPr>
          <a:lstStyle/>
          <a:p>
            <a:r>
              <a:rPr lang="en-US"/>
              <a:t>Flow Diagram</a:t>
            </a:r>
            <a:endParaRPr lang="en-US" dirty="0"/>
          </a:p>
        </p:txBody>
      </p:sp>
      <p:pic>
        <p:nvPicPr>
          <p:cNvPr id="29" name="Picture 28" descr="Graph">
            <a:extLst>
              <a:ext uri="{FF2B5EF4-FFF2-40B4-BE49-F238E27FC236}">
                <a16:creationId xmlns:a16="http://schemas.microsoft.com/office/drawing/2014/main" id="{75D44C76-9911-CE04-213B-A7357E6878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05" r="39871"/>
          <a:stretch>
            <a:fillRect/>
          </a:stretch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B4963-3015-8E6D-4804-177D684E4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867" y="2048933"/>
            <a:ext cx="7659156" cy="3742267"/>
          </a:xfrm>
        </p:spPr>
        <p:txBody>
          <a:bodyPr>
            <a:normAutofit/>
          </a:bodyPr>
          <a:lstStyle/>
          <a:p>
            <a:r>
              <a:rPr lang="en-US"/>
              <a:t>User → Login → OAuth → RBAC → Access Resource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31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7079E0-2F16-9186-AE4F-E9A6EE4C1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272E5-D80E-711C-5FE5-EB9CD923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What’s Next (Labs)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2AB82178-9B32-BC22-8929-A38D87E63D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6249627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00079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776</TotalTime>
  <Words>586</Words>
  <Application>Microsoft Office PowerPoint</Application>
  <PresentationFormat>Widescreen</PresentationFormat>
  <Paragraphs>164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Corbel</vt:lpstr>
      <vt:lpstr>Courier New</vt:lpstr>
      <vt:lpstr>Parallax</vt:lpstr>
      <vt:lpstr>OpenShift DO280 – Day 2</vt:lpstr>
      <vt:lpstr>Day 1 Recap</vt:lpstr>
      <vt:lpstr>Key Learning from Day 1</vt:lpstr>
      <vt:lpstr>Q&amp;A Discussion</vt:lpstr>
      <vt:lpstr>Q&amp;A Topic 1: Own Image Repository</vt:lpstr>
      <vt:lpstr>Q&amp;A Topic 2: Node Scheduling</vt:lpstr>
      <vt:lpstr>Day 2 Agenda</vt:lpstr>
      <vt:lpstr>Authentication vs Authorization</vt:lpstr>
      <vt:lpstr>Authentication in OpenShift</vt:lpstr>
      <vt:lpstr>Provider Type Comparison</vt:lpstr>
      <vt:lpstr>Authorization in OpenShift</vt:lpstr>
      <vt:lpstr>RBAC Concepts</vt:lpstr>
      <vt:lpstr>Built-in Roles</vt:lpstr>
      <vt:lpstr>OpenShift Roles Comparison</vt:lpstr>
      <vt:lpstr>Real Example</vt:lpstr>
      <vt:lpstr>Flow Diagram</vt:lpstr>
      <vt:lpstr>What’s Next (Labs)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Venkatraman Venkatasubramanian</dc:creator>
  <cp:lastModifiedBy>Venkatraman Venkatasubramanian</cp:lastModifiedBy>
  <cp:revision>6</cp:revision>
  <dcterms:created xsi:type="dcterms:W3CDTF">2026-03-28T15:25:26Z</dcterms:created>
  <dcterms:modified xsi:type="dcterms:W3CDTF">2026-03-30T04:37:49Z</dcterms:modified>
</cp:coreProperties>
</file>
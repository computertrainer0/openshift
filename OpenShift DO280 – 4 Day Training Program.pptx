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B22B06-0B03-414A-B841-DDD8A682330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07A5937-EE98-490E-BA11-E8EA22FD96AF}">
      <dgm:prSet/>
      <dgm:spPr/>
      <dgm:t>
        <a:bodyPr/>
        <a:lstStyle/>
        <a:p>
          <a:r>
            <a:rPr lang="en-US"/>
            <a:t>System Administrators</a:t>
          </a:r>
        </a:p>
      </dgm:t>
    </dgm:pt>
    <dgm:pt modelId="{66646BFB-2FCC-4759-98F4-F7DA4B7DFC3E}" type="parTrans" cxnId="{33D07450-4643-49A6-AC98-DC9165D1B976}">
      <dgm:prSet/>
      <dgm:spPr/>
      <dgm:t>
        <a:bodyPr/>
        <a:lstStyle/>
        <a:p>
          <a:endParaRPr lang="en-US"/>
        </a:p>
      </dgm:t>
    </dgm:pt>
    <dgm:pt modelId="{B91B39BF-9AB6-4798-A284-6D8B9333E7FA}" type="sibTrans" cxnId="{33D07450-4643-49A6-AC98-DC9165D1B976}">
      <dgm:prSet/>
      <dgm:spPr/>
      <dgm:t>
        <a:bodyPr/>
        <a:lstStyle/>
        <a:p>
          <a:endParaRPr lang="en-US"/>
        </a:p>
      </dgm:t>
    </dgm:pt>
    <dgm:pt modelId="{4013158E-9260-4E01-A14F-D1AAA691D5F1}">
      <dgm:prSet/>
      <dgm:spPr/>
      <dgm:t>
        <a:bodyPr/>
        <a:lstStyle/>
        <a:p>
          <a:r>
            <a:rPr lang="en-US"/>
            <a:t>DevOps Engineers</a:t>
          </a:r>
        </a:p>
      </dgm:t>
    </dgm:pt>
    <dgm:pt modelId="{24CB0270-306F-4480-901F-AA5753E57A58}" type="parTrans" cxnId="{DCEA837B-261F-45D0-ADC5-7AADD1CB350A}">
      <dgm:prSet/>
      <dgm:spPr/>
      <dgm:t>
        <a:bodyPr/>
        <a:lstStyle/>
        <a:p>
          <a:endParaRPr lang="en-US"/>
        </a:p>
      </dgm:t>
    </dgm:pt>
    <dgm:pt modelId="{508B1627-5CF9-4C05-B57A-806732321512}" type="sibTrans" cxnId="{DCEA837B-261F-45D0-ADC5-7AADD1CB350A}">
      <dgm:prSet/>
      <dgm:spPr/>
      <dgm:t>
        <a:bodyPr/>
        <a:lstStyle/>
        <a:p>
          <a:endParaRPr lang="en-US"/>
        </a:p>
      </dgm:t>
    </dgm:pt>
    <dgm:pt modelId="{AE1772E0-8146-4097-86FA-36CC8A88F30D}">
      <dgm:prSet/>
      <dgm:spPr/>
      <dgm:t>
        <a:bodyPr/>
        <a:lstStyle/>
        <a:p>
          <a:r>
            <a:rPr lang="en-US"/>
            <a:t>Cloud Engineers</a:t>
          </a:r>
        </a:p>
      </dgm:t>
    </dgm:pt>
    <dgm:pt modelId="{B38B2AA2-AD7B-41BB-B19C-C300EAB617B1}" type="parTrans" cxnId="{292972E1-7A2B-47EA-8EC4-3D395396A929}">
      <dgm:prSet/>
      <dgm:spPr/>
      <dgm:t>
        <a:bodyPr/>
        <a:lstStyle/>
        <a:p>
          <a:endParaRPr lang="en-US"/>
        </a:p>
      </dgm:t>
    </dgm:pt>
    <dgm:pt modelId="{08FAFC0E-E1AA-41E1-8D46-BAB47E2B85FF}" type="sibTrans" cxnId="{292972E1-7A2B-47EA-8EC4-3D395396A929}">
      <dgm:prSet/>
      <dgm:spPr/>
      <dgm:t>
        <a:bodyPr/>
        <a:lstStyle/>
        <a:p>
          <a:endParaRPr lang="en-US"/>
        </a:p>
      </dgm:t>
    </dgm:pt>
    <dgm:pt modelId="{731891C5-410A-4128-90B2-E5F1EEBB0328}">
      <dgm:prSet/>
      <dgm:spPr/>
      <dgm:t>
        <a:bodyPr/>
        <a:lstStyle/>
        <a:p>
          <a:r>
            <a:rPr lang="en-US"/>
            <a:t>SREs</a:t>
          </a:r>
        </a:p>
      </dgm:t>
    </dgm:pt>
    <dgm:pt modelId="{B52901A4-D92E-4CE2-AC8F-28F5E351275C}" type="parTrans" cxnId="{D85613A1-8E3B-4CA2-8A44-05B2984CFDF7}">
      <dgm:prSet/>
      <dgm:spPr/>
      <dgm:t>
        <a:bodyPr/>
        <a:lstStyle/>
        <a:p>
          <a:endParaRPr lang="en-US"/>
        </a:p>
      </dgm:t>
    </dgm:pt>
    <dgm:pt modelId="{D2E7755D-4585-417B-8357-B5CEE1FBFFC3}" type="sibTrans" cxnId="{D85613A1-8E3B-4CA2-8A44-05B2984CFDF7}">
      <dgm:prSet/>
      <dgm:spPr/>
      <dgm:t>
        <a:bodyPr/>
        <a:lstStyle/>
        <a:p>
          <a:endParaRPr lang="en-US"/>
        </a:p>
      </dgm:t>
    </dgm:pt>
    <dgm:pt modelId="{754D792A-4B57-4FEE-8324-2381B3940A84}">
      <dgm:prSet/>
      <dgm:spPr/>
      <dgm:t>
        <a:bodyPr/>
        <a:lstStyle/>
        <a:p>
          <a:r>
            <a:rPr lang="en-US"/>
            <a:t>Developers (Ops-focused)</a:t>
          </a:r>
        </a:p>
      </dgm:t>
    </dgm:pt>
    <dgm:pt modelId="{E8FF7424-13EA-4AE3-B138-BB8C9D39BE4F}" type="parTrans" cxnId="{3DEC6C3E-08B8-40EE-A19A-7A4BDD530D0D}">
      <dgm:prSet/>
      <dgm:spPr/>
      <dgm:t>
        <a:bodyPr/>
        <a:lstStyle/>
        <a:p>
          <a:endParaRPr lang="en-US"/>
        </a:p>
      </dgm:t>
    </dgm:pt>
    <dgm:pt modelId="{3F55626B-9C0B-43F2-BC5B-BCE89A108FAF}" type="sibTrans" cxnId="{3DEC6C3E-08B8-40EE-A19A-7A4BDD530D0D}">
      <dgm:prSet/>
      <dgm:spPr/>
      <dgm:t>
        <a:bodyPr/>
        <a:lstStyle/>
        <a:p>
          <a:endParaRPr lang="en-US"/>
        </a:p>
      </dgm:t>
    </dgm:pt>
    <dgm:pt modelId="{7EC614B2-B528-4DFD-A0D1-1458313C1ABB}" type="pres">
      <dgm:prSet presAssocID="{ABB22B06-0B03-414A-B841-DDD8A6823305}" presName="linear" presStyleCnt="0">
        <dgm:presLayoutVars>
          <dgm:animLvl val="lvl"/>
          <dgm:resizeHandles val="exact"/>
        </dgm:presLayoutVars>
      </dgm:prSet>
      <dgm:spPr/>
    </dgm:pt>
    <dgm:pt modelId="{D02466B7-B20F-4DAF-946A-EAB604CA9881}" type="pres">
      <dgm:prSet presAssocID="{807A5937-EE98-490E-BA11-E8EA22FD96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F139DBD-D8DF-4344-BC59-D6397730E314}" type="pres">
      <dgm:prSet presAssocID="{B91B39BF-9AB6-4798-A284-6D8B9333E7FA}" presName="spacer" presStyleCnt="0"/>
      <dgm:spPr/>
    </dgm:pt>
    <dgm:pt modelId="{A03C2E9F-AE05-449D-A146-D8411EF1551D}" type="pres">
      <dgm:prSet presAssocID="{4013158E-9260-4E01-A14F-D1AAA691D5F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7878616-4F0F-43DA-A530-01B8F72699A6}" type="pres">
      <dgm:prSet presAssocID="{508B1627-5CF9-4C05-B57A-806732321512}" presName="spacer" presStyleCnt="0"/>
      <dgm:spPr/>
    </dgm:pt>
    <dgm:pt modelId="{A13027F8-0BFE-43B0-B220-45850D13633F}" type="pres">
      <dgm:prSet presAssocID="{AE1772E0-8146-4097-86FA-36CC8A88F30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870D03D-DF26-4FC1-8F65-4B82B171D897}" type="pres">
      <dgm:prSet presAssocID="{08FAFC0E-E1AA-41E1-8D46-BAB47E2B85FF}" presName="spacer" presStyleCnt="0"/>
      <dgm:spPr/>
    </dgm:pt>
    <dgm:pt modelId="{7FB190ED-C4D1-4395-B729-450628131B61}" type="pres">
      <dgm:prSet presAssocID="{731891C5-410A-4128-90B2-E5F1EEBB03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AEC29A-A8E1-4E8F-B06D-0A348AA46AC1}" type="pres">
      <dgm:prSet presAssocID="{D2E7755D-4585-417B-8357-B5CEE1FBFFC3}" presName="spacer" presStyleCnt="0"/>
      <dgm:spPr/>
    </dgm:pt>
    <dgm:pt modelId="{55E29DE1-2D9C-4F50-82AE-C756BA0EFFF3}" type="pres">
      <dgm:prSet presAssocID="{754D792A-4B57-4FEE-8324-2381B3940A8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110A21-4AFF-48C9-B167-AD4F1A106F7F}" type="presOf" srcId="{807A5937-EE98-490E-BA11-E8EA22FD96AF}" destId="{D02466B7-B20F-4DAF-946A-EAB604CA9881}" srcOrd="0" destOrd="0" presId="urn:microsoft.com/office/officeart/2005/8/layout/vList2"/>
    <dgm:cxn modelId="{1393F526-E74B-423F-BD66-4CBCC36C496F}" type="presOf" srcId="{4013158E-9260-4E01-A14F-D1AAA691D5F1}" destId="{A03C2E9F-AE05-449D-A146-D8411EF1551D}" srcOrd="0" destOrd="0" presId="urn:microsoft.com/office/officeart/2005/8/layout/vList2"/>
    <dgm:cxn modelId="{3DEC6C3E-08B8-40EE-A19A-7A4BDD530D0D}" srcId="{ABB22B06-0B03-414A-B841-DDD8A6823305}" destId="{754D792A-4B57-4FEE-8324-2381B3940A84}" srcOrd="4" destOrd="0" parTransId="{E8FF7424-13EA-4AE3-B138-BB8C9D39BE4F}" sibTransId="{3F55626B-9C0B-43F2-BC5B-BCE89A108FAF}"/>
    <dgm:cxn modelId="{33D07450-4643-49A6-AC98-DC9165D1B976}" srcId="{ABB22B06-0B03-414A-B841-DDD8A6823305}" destId="{807A5937-EE98-490E-BA11-E8EA22FD96AF}" srcOrd="0" destOrd="0" parTransId="{66646BFB-2FCC-4759-98F4-F7DA4B7DFC3E}" sibTransId="{B91B39BF-9AB6-4798-A284-6D8B9333E7FA}"/>
    <dgm:cxn modelId="{DCEA837B-261F-45D0-ADC5-7AADD1CB350A}" srcId="{ABB22B06-0B03-414A-B841-DDD8A6823305}" destId="{4013158E-9260-4E01-A14F-D1AAA691D5F1}" srcOrd="1" destOrd="0" parTransId="{24CB0270-306F-4480-901F-AA5753E57A58}" sibTransId="{508B1627-5CF9-4C05-B57A-806732321512}"/>
    <dgm:cxn modelId="{695AD07E-A3B8-44B4-BBF9-56C2858F1C13}" type="presOf" srcId="{731891C5-410A-4128-90B2-E5F1EEBB0328}" destId="{7FB190ED-C4D1-4395-B729-450628131B61}" srcOrd="0" destOrd="0" presId="urn:microsoft.com/office/officeart/2005/8/layout/vList2"/>
    <dgm:cxn modelId="{D85613A1-8E3B-4CA2-8A44-05B2984CFDF7}" srcId="{ABB22B06-0B03-414A-B841-DDD8A6823305}" destId="{731891C5-410A-4128-90B2-E5F1EEBB0328}" srcOrd="3" destOrd="0" parTransId="{B52901A4-D92E-4CE2-AC8F-28F5E351275C}" sibTransId="{D2E7755D-4585-417B-8357-B5CEE1FBFFC3}"/>
    <dgm:cxn modelId="{02025DBF-016C-42B9-AA70-0D12157101DB}" type="presOf" srcId="{754D792A-4B57-4FEE-8324-2381B3940A84}" destId="{55E29DE1-2D9C-4F50-82AE-C756BA0EFFF3}" srcOrd="0" destOrd="0" presId="urn:microsoft.com/office/officeart/2005/8/layout/vList2"/>
    <dgm:cxn modelId="{292972E1-7A2B-47EA-8EC4-3D395396A929}" srcId="{ABB22B06-0B03-414A-B841-DDD8A6823305}" destId="{AE1772E0-8146-4097-86FA-36CC8A88F30D}" srcOrd="2" destOrd="0" parTransId="{B38B2AA2-AD7B-41BB-B19C-C300EAB617B1}" sibTransId="{08FAFC0E-E1AA-41E1-8D46-BAB47E2B85FF}"/>
    <dgm:cxn modelId="{03B9B4E1-1A0D-4D72-B758-A253BDB09191}" type="presOf" srcId="{AE1772E0-8146-4097-86FA-36CC8A88F30D}" destId="{A13027F8-0BFE-43B0-B220-45850D13633F}" srcOrd="0" destOrd="0" presId="urn:microsoft.com/office/officeart/2005/8/layout/vList2"/>
    <dgm:cxn modelId="{E2A193E9-65A7-449B-AD0D-7F392B620814}" type="presOf" srcId="{ABB22B06-0B03-414A-B841-DDD8A6823305}" destId="{7EC614B2-B528-4DFD-A0D1-1458313C1ABB}" srcOrd="0" destOrd="0" presId="urn:microsoft.com/office/officeart/2005/8/layout/vList2"/>
    <dgm:cxn modelId="{A43D02C1-F288-437F-86D6-94107E16BE9C}" type="presParOf" srcId="{7EC614B2-B528-4DFD-A0D1-1458313C1ABB}" destId="{D02466B7-B20F-4DAF-946A-EAB604CA9881}" srcOrd="0" destOrd="0" presId="urn:microsoft.com/office/officeart/2005/8/layout/vList2"/>
    <dgm:cxn modelId="{0D326966-2AD1-4912-9C52-6074FF12ED03}" type="presParOf" srcId="{7EC614B2-B528-4DFD-A0D1-1458313C1ABB}" destId="{DF139DBD-D8DF-4344-BC59-D6397730E314}" srcOrd="1" destOrd="0" presId="urn:microsoft.com/office/officeart/2005/8/layout/vList2"/>
    <dgm:cxn modelId="{FA850BAF-6B87-45AE-BB57-6F72B8DF5E53}" type="presParOf" srcId="{7EC614B2-B528-4DFD-A0D1-1458313C1ABB}" destId="{A03C2E9F-AE05-449D-A146-D8411EF1551D}" srcOrd="2" destOrd="0" presId="urn:microsoft.com/office/officeart/2005/8/layout/vList2"/>
    <dgm:cxn modelId="{F4AD5ABA-2CC3-45E1-983E-7A96D3B7BED4}" type="presParOf" srcId="{7EC614B2-B528-4DFD-A0D1-1458313C1ABB}" destId="{27878616-4F0F-43DA-A530-01B8F72699A6}" srcOrd="3" destOrd="0" presId="urn:microsoft.com/office/officeart/2005/8/layout/vList2"/>
    <dgm:cxn modelId="{A5FDD1FF-26FC-4E99-945B-FB83C1BC7573}" type="presParOf" srcId="{7EC614B2-B528-4DFD-A0D1-1458313C1ABB}" destId="{A13027F8-0BFE-43B0-B220-45850D13633F}" srcOrd="4" destOrd="0" presId="urn:microsoft.com/office/officeart/2005/8/layout/vList2"/>
    <dgm:cxn modelId="{7BA80B2B-05DE-4D6D-92D0-0C7DB1CC9FE9}" type="presParOf" srcId="{7EC614B2-B528-4DFD-A0D1-1458313C1ABB}" destId="{8870D03D-DF26-4FC1-8F65-4B82B171D897}" srcOrd="5" destOrd="0" presId="urn:microsoft.com/office/officeart/2005/8/layout/vList2"/>
    <dgm:cxn modelId="{0727C74C-3B14-41C6-9416-ECF21BFF92D0}" type="presParOf" srcId="{7EC614B2-B528-4DFD-A0D1-1458313C1ABB}" destId="{7FB190ED-C4D1-4395-B729-450628131B61}" srcOrd="6" destOrd="0" presId="urn:microsoft.com/office/officeart/2005/8/layout/vList2"/>
    <dgm:cxn modelId="{98222CCB-FB7D-4195-985F-433E06087889}" type="presParOf" srcId="{7EC614B2-B528-4DFD-A0D1-1458313C1ABB}" destId="{66AEC29A-A8E1-4E8F-B06D-0A348AA46AC1}" srcOrd="7" destOrd="0" presId="urn:microsoft.com/office/officeart/2005/8/layout/vList2"/>
    <dgm:cxn modelId="{A7273FF4-D4AD-4959-96A3-D89409209EA2}" type="presParOf" srcId="{7EC614B2-B528-4DFD-A0D1-1458313C1ABB}" destId="{55E29DE1-2D9C-4F50-82AE-C756BA0EFFF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52B7FF-42D6-46BA-A4FB-A0C3C57B78B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00C7C19-5E43-49AB-B872-30798E7B68DD}">
      <dgm:prSet/>
      <dgm:spPr/>
      <dgm:t>
        <a:bodyPr/>
        <a:lstStyle/>
        <a:p>
          <a:r>
            <a:rPr lang="en-US"/>
            <a:t>60% Hands-on</a:t>
          </a:r>
        </a:p>
      </dgm:t>
    </dgm:pt>
    <dgm:pt modelId="{3BDBDEE1-C106-4136-873E-3FA0A19A9F0F}" type="parTrans" cxnId="{BFEF2414-4D18-402C-8C6D-B96276015490}">
      <dgm:prSet/>
      <dgm:spPr/>
      <dgm:t>
        <a:bodyPr/>
        <a:lstStyle/>
        <a:p>
          <a:endParaRPr lang="en-US"/>
        </a:p>
      </dgm:t>
    </dgm:pt>
    <dgm:pt modelId="{294F9183-39E2-4CA8-91DB-D8AAB60AE454}" type="sibTrans" cxnId="{BFEF2414-4D18-402C-8C6D-B96276015490}">
      <dgm:prSet/>
      <dgm:spPr/>
      <dgm:t>
        <a:bodyPr/>
        <a:lstStyle/>
        <a:p>
          <a:endParaRPr lang="en-US"/>
        </a:p>
      </dgm:t>
    </dgm:pt>
    <dgm:pt modelId="{1F3BB53B-5582-4385-94DF-91788A8FE93D}">
      <dgm:prSet/>
      <dgm:spPr/>
      <dgm:t>
        <a:bodyPr/>
        <a:lstStyle/>
        <a:p>
          <a:r>
            <a:rPr lang="en-US"/>
            <a:t>40% Concept</a:t>
          </a:r>
        </a:p>
      </dgm:t>
    </dgm:pt>
    <dgm:pt modelId="{BA7C2B2E-F060-4394-983C-3B47BB0BF0D6}" type="parTrans" cxnId="{2CCA4B1D-8496-44FC-B5C1-8597D463E295}">
      <dgm:prSet/>
      <dgm:spPr/>
      <dgm:t>
        <a:bodyPr/>
        <a:lstStyle/>
        <a:p>
          <a:endParaRPr lang="en-US"/>
        </a:p>
      </dgm:t>
    </dgm:pt>
    <dgm:pt modelId="{194BD105-4168-4A74-8B5A-277D3F7CA920}" type="sibTrans" cxnId="{2CCA4B1D-8496-44FC-B5C1-8597D463E295}">
      <dgm:prSet/>
      <dgm:spPr/>
      <dgm:t>
        <a:bodyPr/>
        <a:lstStyle/>
        <a:p>
          <a:endParaRPr lang="en-US"/>
        </a:p>
      </dgm:t>
    </dgm:pt>
    <dgm:pt modelId="{691BFA13-924E-4618-AC96-A4B3156ECD6C}">
      <dgm:prSet/>
      <dgm:spPr/>
      <dgm:t>
        <a:bodyPr/>
        <a:lstStyle/>
        <a:p>
          <a:r>
            <a:rPr lang="en-US"/>
            <a:t>Live cluster (real AWS OpenShift)</a:t>
          </a:r>
        </a:p>
      </dgm:t>
    </dgm:pt>
    <dgm:pt modelId="{4BD4DD92-F47B-4DFD-BD39-0A8AA62F0CE4}" type="parTrans" cxnId="{31C73396-291A-4305-B2E4-E4DA5CFA2C8C}">
      <dgm:prSet/>
      <dgm:spPr/>
      <dgm:t>
        <a:bodyPr/>
        <a:lstStyle/>
        <a:p>
          <a:endParaRPr lang="en-US"/>
        </a:p>
      </dgm:t>
    </dgm:pt>
    <dgm:pt modelId="{D67E6CD0-B899-49F7-93CE-6A6E82576240}" type="sibTrans" cxnId="{31C73396-291A-4305-B2E4-E4DA5CFA2C8C}">
      <dgm:prSet/>
      <dgm:spPr/>
      <dgm:t>
        <a:bodyPr/>
        <a:lstStyle/>
        <a:p>
          <a:endParaRPr lang="en-US"/>
        </a:p>
      </dgm:t>
    </dgm:pt>
    <dgm:pt modelId="{AF68E1BB-1D05-429E-ABBE-D488929B7180}">
      <dgm:prSet/>
      <dgm:spPr/>
      <dgm:t>
        <a:bodyPr/>
        <a:lstStyle/>
        <a:p>
          <a:r>
            <a:rPr lang="en-US"/>
            <a:t>Multi-user environment</a:t>
          </a:r>
        </a:p>
      </dgm:t>
    </dgm:pt>
    <dgm:pt modelId="{2DAA4E98-C6DC-42C7-A345-553515847E70}" type="parTrans" cxnId="{67BD3944-44AD-4D77-A35E-1EF1DBBDB397}">
      <dgm:prSet/>
      <dgm:spPr/>
      <dgm:t>
        <a:bodyPr/>
        <a:lstStyle/>
        <a:p>
          <a:endParaRPr lang="en-US"/>
        </a:p>
      </dgm:t>
    </dgm:pt>
    <dgm:pt modelId="{E41DFA35-D018-4121-A076-3599C41B5F9E}" type="sibTrans" cxnId="{67BD3944-44AD-4D77-A35E-1EF1DBBDB397}">
      <dgm:prSet/>
      <dgm:spPr/>
      <dgm:t>
        <a:bodyPr/>
        <a:lstStyle/>
        <a:p>
          <a:endParaRPr lang="en-US"/>
        </a:p>
      </dgm:t>
    </dgm:pt>
    <dgm:pt modelId="{3CC74301-46E4-4145-979A-7153DBB8C32A}">
      <dgm:prSet/>
      <dgm:spPr/>
      <dgm:t>
        <a:bodyPr/>
        <a:lstStyle/>
        <a:p>
          <a:r>
            <a:rPr lang="en-US"/>
            <a:t>Real production-like scenarios</a:t>
          </a:r>
        </a:p>
      </dgm:t>
    </dgm:pt>
    <dgm:pt modelId="{EC5AA70E-6968-4D61-9CDD-F2C04C022679}" type="parTrans" cxnId="{C50A1D58-8407-4C12-BCAD-01B5F1CE1D28}">
      <dgm:prSet/>
      <dgm:spPr/>
      <dgm:t>
        <a:bodyPr/>
        <a:lstStyle/>
        <a:p>
          <a:endParaRPr lang="en-US"/>
        </a:p>
      </dgm:t>
    </dgm:pt>
    <dgm:pt modelId="{E281FA49-B437-42D2-A3BD-558011373DE9}" type="sibTrans" cxnId="{C50A1D58-8407-4C12-BCAD-01B5F1CE1D28}">
      <dgm:prSet/>
      <dgm:spPr/>
      <dgm:t>
        <a:bodyPr/>
        <a:lstStyle/>
        <a:p>
          <a:endParaRPr lang="en-US"/>
        </a:p>
      </dgm:t>
    </dgm:pt>
    <dgm:pt modelId="{50F3404C-4DF2-4B34-8277-5E03DFCCD344}" type="pres">
      <dgm:prSet presAssocID="{E152B7FF-42D6-46BA-A4FB-A0C3C57B78B1}" presName="linear" presStyleCnt="0">
        <dgm:presLayoutVars>
          <dgm:animLvl val="lvl"/>
          <dgm:resizeHandles val="exact"/>
        </dgm:presLayoutVars>
      </dgm:prSet>
      <dgm:spPr/>
    </dgm:pt>
    <dgm:pt modelId="{4C7A95DC-C641-4C56-AC23-5A8137A8C441}" type="pres">
      <dgm:prSet presAssocID="{E00C7C19-5E43-49AB-B872-30798E7B68D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F6AE090-5616-44BD-8A52-235146AC1584}" type="pres">
      <dgm:prSet presAssocID="{294F9183-39E2-4CA8-91DB-D8AAB60AE454}" presName="spacer" presStyleCnt="0"/>
      <dgm:spPr/>
    </dgm:pt>
    <dgm:pt modelId="{E67E05CA-9671-48B9-9555-1437EC8E39B2}" type="pres">
      <dgm:prSet presAssocID="{1F3BB53B-5582-4385-94DF-91788A8FE9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D72FFFC-32F1-4B93-A082-3750CC202137}" type="pres">
      <dgm:prSet presAssocID="{194BD105-4168-4A74-8B5A-277D3F7CA920}" presName="spacer" presStyleCnt="0"/>
      <dgm:spPr/>
    </dgm:pt>
    <dgm:pt modelId="{0A96A906-11DB-467E-80B4-B080EA62E676}" type="pres">
      <dgm:prSet presAssocID="{691BFA13-924E-4618-AC96-A4B3156ECD6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D225B9-C38C-4387-A11E-667AA32FE885}" type="pres">
      <dgm:prSet presAssocID="{D67E6CD0-B899-49F7-93CE-6A6E82576240}" presName="spacer" presStyleCnt="0"/>
      <dgm:spPr/>
    </dgm:pt>
    <dgm:pt modelId="{14BF1DEB-67A0-4A1F-8D74-B3B2F3EA11F6}" type="pres">
      <dgm:prSet presAssocID="{AF68E1BB-1D05-429E-ABBE-D488929B718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4AD6331-FD5C-4086-8B42-8BDA8E1A0C06}" type="pres">
      <dgm:prSet presAssocID="{E41DFA35-D018-4121-A076-3599C41B5F9E}" presName="spacer" presStyleCnt="0"/>
      <dgm:spPr/>
    </dgm:pt>
    <dgm:pt modelId="{C40453D7-8ED7-411D-9F99-56704D267D0D}" type="pres">
      <dgm:prSet presAssocID="{3CC74301-46E4-4145-979A-7153DBB8C32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FEF2414-4D18-402C-8C6D-B96276015490}" srcId="{E152B7FF-42D6-46BA-A4FB-A0C3C57B78B1}" destId="{E00C7C19-5E43-49AB-B872-30798E7B68DD}" srcOrd="0" destOrd="0" parTransId="{3BDBDEE1-C106-4136-873E-3FA0A19A9F0F}" sibTransId="{294F9183-39E2-4CA8-91DB-D8AAB60AE454}"/>
    <dgm:cxn modelId="{2CCA4B1D-8496-44FC-B5C1-8597D463E295}" srcId="{E152B7FF-42D6-46BA-A4FB-A0C3C57B78B1}" destId="{1F3BB53B-5582-4385-94DF-91788A8FE93D}" srcOrd="1" destOrd="0" parTransId="{BA7C2B2E-F060-4394-983C-3B47BB0BF0D6}" sibTransId="{194BD105-4168-4A74-8B5A-277D3F7CA920}"/>
    <dgm:cxn modelId="{67BD3944-44AD-4D77-A35E-1EF1DBBDB397}" srcId="{E152B7FF-42D6-46BA-A4FB-A0C3C57B78B1}" destId="{AF68E1BB-1D05-429E-ABBE-D488929B7180}" srcOrd="3" destOrd="0" parTransId="{2DAA4E98-C6DC-42C7-A345-553515847E70}" sibTransId="{E41DFA35-D018-4121-A076-3599C41B5F9E}"/>
    <dgm:cxn modelId="{A6C91671-1AAC-4AA2-AE0A-CF1868A7120C}" type="presOf" srcId="{3CC74301-46E4-4145-979A-7153DBB8C32A}" destId="{C40453D7-8ED7-411D-9F99-56704D267D0D}" srcOrd="0" destOrd="0" presId="urn:microsoft.com/office/officeart/2005/8/layout/vList2"/>
    <dgm:cxn modelId="{C50A1D58-8407-4C12-BCAD-01B5F1CE1D28}" srcId="{E152B7FF-42D6-46BA-A4FB-A0C3C57B78B1}" destId="{3CC74301-46E4-4145-979A-7153DBB8C32A}" srcOrd="4" destOrd="0" parTransId="{EC5AA70E-6968-4D61-9CDD-F2C04C022679}" sibTransId="{E281FA49-B437-42D2-A3BD-558011373DE9}"/>
    <dgm:cxn modelId="{31C73396-291A-4305-B2E4-E4DA5CFA2C8C}" srcId="{E152B7FF-42D6-46BA-A4FB-A0C3C57B78B1}" destId="{691BFA13-924E-4618-AC96-A4B3156ECD6C}" srcOrd="2" destOrd="0" parTransId="{4BD4DD92-F47B-4DFD-BD39-0A8AA62F0CE4}" sibTransId="{D67E6CD0-B899-49F7-93CE-6A6E82576240}"/>
    <dgm:cxn modelId="{23AD96A1-F4F8-4098-A23D-A1BA968D9908}" type="presOf" srcId="{AF68E1BB-1D05-429E-ABBE-D488929B7180}" destId="{14BF1DEB-67A0-4A1F-8D74-B3B2F3EA11F6}" srcOrd="0" destOrd="0" presId="urn:microsoft.com/office/officeart/2005/8/layout/vList2"/>
    <dgm:cxn modelId="{4ACD3BA5-D134-4699-82D3-2F28599E92E9}" type="presOf" srcId="{1F3BB53B-5582-4385-94DF-91788A8FE93D}" destId="{E67E05CA-9671-48B9-9555-1437EC8E39B2}" srcOrd="0" destOrd="0" presId="urn:microsoft.com/office/officeart/2005/8/layout/vList2"/>
    <dgm:cxn modelId="{EF23E3B2-0C4D-431B-B5FE-A6F3727C3F87}" type="presOf" srcId="{E00C7C19-5E43-49AB-B872-30798E7B68DD}" destId="{4C7A95DC-C641-4C56-AC23-5A8137A8C441}" srcOrd="0" destOrd="0" presId="urn:microsoft.com/office/officeart/2005/8/layout/vList2"/>
    <dgm:cxn modelId="{77AAF5C0-BDA0-48F5-98C3-2D960E370712}" type="presOf" srcId="{E152B7FF-42D6-46BA-A4FB-A0C3C57B78B1}" destId="{50F3404C-4DF2-4B34-8277-5E03DFCCD344}" srcOrd="0" destOrd="0" presId="urn:microsoft.com/office/officeart/2005/8/layout/vList2"/>
    <dgm:cxn modelId="{01CC3FCF-1C2F-47D5-B3E4-BD06A9AB607F}" type="presOf" srcId="{691BFA13-924E-4618-AC96-A4B3156ECD6C}" destId="{0A96A906-11DB-467E-80B4-B080EA62E676}" srcOrd="0" destOrd="0" presId="urn:microsoft.com/office/officeart/2005/8/layout/vList2"/>
    <dgm:cxn modelId="{79966F02-22DC-481E-BEFC-B3CE18B422AF}" type="presParOf" srcId="{50F3404C-4DF2-4B34-8277-5E03DFCCD344}" destId="{4C7A95DC-C641-4C56-AC23-5A8137A8C441}" srcOrd="0" destOrd="0" presId="urn:microsoft.com/office/officeart/2005/8/layout/vList2"/>
    <dgm:cxn modelId="{D6AA9C1F-7DE6-4B62-9E13-26233EB4958B}" type="presParOf" srcId="{50F3404C-4DF2-4B34-8277-5E03DFCCD344}" destId="{0F6AE090-5616-44BD-8A52-235146AC1584}" srcOrd="1" destOrd="0" presId="urn:microsoft.com/office/officeart/2005/8/layout/vList2"/>
    <dgm:cxn modelId="{482292D6-7D34-40A0-AD6D-15DAA631A20B}" type="presParOf" srcId="{50F3404C-4DF2-4B34-8277-5E03DFCCD344}" destId="{E67E05CA-9671-48B9-9555-1437EC8E39B2}" srcOrd="2" destOrd="0" presId="urn:microsoft.com/office/officeart/2005/8/layout/vList2"/>
    <dgm:cxn modelId="{E92CA793-EAE9-402B-B5F1-D0D5EDD5627C}" type="presParOf" srcId="{50F3404C-4DF2-4B34-8277-5E03DFCCD344}" destId="{3D72FFFC-32F1-4B93-A082-3750CC202137}" srcOrd="3" destOrd="0" presId="urn:microsoft.com/office/officeart/2005/8/layout/vList2"/>
    <dgm:cxn modelId="{C8841F3D-0B7F-4910-9AF5-7599B74C1927}" type="presParOf" srcId="{50F3404C-4DF2-4B34-8277-5E03DFCCD344}" destId="{0A96A906-11DB-467E-80B4-B080EA62E676}" srcOrd="4" destOrd="0" presId="urn:microsoft.com/office/officeart/2005/8/layout/vList2"/>
    <dgm:cxn modelId="{9D9F53B7-4C7E-4B59-96C0-94BD868FA263}" type="presParOf" srcId="{50F3404C-4DF2-4B34-8277-5E03DFCCD344}" destId="{7FD225B9-C38C-4387-A11E-667AA32FE885}" srcOrd="5" destOrd="0" presId="urn:microsoft.com/office/officeart/2005/8/layout/vList2"/>
    <dgm:cxn modelId="{E1EBE6D1-8FBE-4FD5-B31A-A79B78713D91}" type="presParOf" srcId="{50F3404C-4DF2-4B34-8277-5E03DFCCD344}" destId="{14BF1DEB-67A0-4A1F-8D74-B3B2F3EA11F6}" srcOrd="6" destOrd="0" presId="urn:microsoft.com/office/officeart/2005/8/layout/vList2"/>
    <dgm:cxn modelId="{E3C8B5A2-D465-47DC-9659-1C6AADEF52A9}" type="presParOf" srcId="{50F3404C-4DF2-4B34-8277-5E03DFCCD344}" destId="{74AD6331-FD5C-4086-8B42-8BDA8E1A0C06}" srcOrd="7" destOrd="0" presId="urn:microsoft.com/office/officeart/2005/8/layout/vList2"/>
    <dgm:cxn modelId="{2E980E8C-78F1-482D-80E3-731A340ECA58}" type="presParOf" srcId="{50F3404C-4DF2-4B34-8277-5E03DFCCD344}" destId="{C40453D7-8ED7-411D-9F99-56704D267D0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D1B6B4-B378-4EAD-9B1C-4A8032A038A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37C776-043F-497C-AE3E-80BF293D3314}">
      <dgm:prSet/>
      <dgm:spPr/>
      <dgm:t>
        <a:bodyPr/>
        <a:lstStyle/>
        <a:p>
          <a:r>
            <a:rPr lang="en-US"/>
            <a:t>oc CLI </a:t>
          </a:r>
        </a:p>
      </dgm:t>
    </dgm:pt>
    <dgm:pt modelId="{E4C5A247-411E-46CF-A009-A748985B87C4}" type="parTrans" cxnId="{2DBD952D-F9AB-44BD-B4E2-57F3C1B42450}">
      <dgm:prSet/>
      <dgm:spPr/>
      <dgm:t>
        <a:bodyPr/>
        <a:lstStyle/>
        <a:p>
          <a:endParaRPr lang="en-US"/>
        </a:p>
      </dgm:t>
    </dgm:pt>
    <dgm:pt modelId="{216D4501-8E3E-4C6C-8FC7-9E6499C9747A}" type="sibTrans" cxnId="{2DBD952D-F9AB-44BD-B4E2-57F3C1B42450}">
      <dgm:prSet/>
      <dgm:spPr/>
      <dgm:t>
        <a:bodyPr/>
        <a:lstStyle/>
        <a:p>
          <a:endParaRPr lang="en-US"/>
        </a:p>
      </dgm:t>
    </dgm:pt>
    <dgm:pt modelId="{BC46C44D-0A35-4CE8-9830-F1AE963C3A31}">
      <dgm:prSet/>
      <dgm:spPr/>
      <dgm:t>
        <a:bodyPr/>
        <a:lstStyle/>
        <a:p>
          <a:r>
            <a:rPr lang="en-US"/>
            <a:t>OpenShift Web Console </a:t>
          </a:r>
        </a:p>
      </dgm:t>
    </dgm:pt>
    <dgm:pt modelId="{48310419-783F-40B1-AF7C-0E65BBF901DF}" type="parTrans" cxnId="{9A350AA7-BFC0-4779-B01B-F544245EB0D4}">
      <dgm:prSet/>
      <dgm:spPr/>
      <dgm:t>
        <a:bodyPr/>
        <a:lstStyle/>
        <a:p>
          <a:endParaRPr lang="en-US"/>
        </a:p>
      </dgm:t>
    </dgm:pt>
    <dgm:pt modelId="{D4096A3D-7921-4109-9445-F97E6927FA8B}" type="sibTrans" cxnId="{9A350AA7-BFC0-4779-B01B-F544245EB0D4}">
      <dgm:prSet/>
      <dgm:spPr/>
      <dgm:t>
        <a:bodyPr/>
        <a:lstStyle/>
        <a:p>
          <a:endParaRPr lang="en-US"/>
        </a:p>
      </dgm:t>
    </dgm:pt>
    <dgm:pt modelId="{EEB02AB1-A7D1-479A-86AE-B63CBA0482B6}">
      <dgm:prSet/>
      <dgm:spPr/>
      <dgm:t>
        <a:bodyPr/>
        <a:lstStyle/>
        <a:p>
          <a:r>
            <a:rPr lang="en-US"/>
            <a:t>YAML manifests </a:t>
          </a:r>
        </a:p>
      </dgm:t>
    </dgm:pt>
    <dgm:pt modelId="{23F85B06-A255-4439-95C9-FD96E1C75E68}" type="parTrans" cxnId="{A4BFF07C-5357-4AC2-B40B-F3CFE5DC3799}">
      <dgm:prSet/>
      <dgm:spPr/>
      <dgm:t>
        <a:bodyPr/>
        <a:lstStyle/>
        <a:p>
          <a:endParaRPr lang="en-US"/>
        </a:p>
      </dgm:t>
    </dgm:pt>
    <dgm:pt modelId="{9C1CB5CB-9D8C-4C4F-9FC7-E3671D347CA9}" type="sibTrans" cxnId="{A4BFF07C-5357-4AC2-B40B-F3CFE5DC3799}">
      <dgm:prSet/>
      <dgm:spPr/>
      <dgm:t>
        <a:bodyPr/>
        <a:lstStyle/>
        <a:p>
          <a:endParaRPr lang="en-US"/>
        </a:p>
      </dgm:t>
    </dgm:pt>
    <dgm:pt modelId="{5B86F2AB-FF6B-4292-91AC-E64019B677ED}">
      <dgm:prSet/>
      <dgm:spPr/>
      <dgm:t>
        <a:bodyPr/>
        <a:lstStyle/>
        <a:p>
          <a:r>
            <a:rPr lang="en-US"/>
            <a:t>Operators </a:t>
          </a:r>
        </a:p>
      </dgm:t>
    </dgm:pt>
    <dgm:pt modelId="{438B9514-F804-47DE-B3B2-08FE298B3949}" type="parTrans" cxnId="{E0384C2C-9DFA-418F-82D2-A5A27416230D}">
      <dgm:prSet/>
      <dgm:spPr/>
      <dgm:t>
        <a:bodyPr/>
        <a:lstStyle/>
        <a:p>
          <a:endParaRPr lang="en-US"/>
        </a:p>
      </dgm:t>
    </dgm:pt>
    <dgm:pt modelId="{83DB6E35-DEA4-46C7-B6BB-FA1A15F321E9}" type="sibTrans" cxnId="{E0384C2C-9DFA-418F-82D2-A5A27416230D}">
      <dgm:prSet/>
      <dgm:spPr/>
      <dgm:t>
        <a:bodyPr/>
        <a:lstStyle/>
        <a:p>
          <a:endParaRPr lang="en-US"/>
        </a:p>
      </dgm:t>
    </dgm:pt>
    <dgm:pt modelId="{D37F4574-7678-4330-BBCC-AD6AAA0A9268}" type="pres">
      <dgm:prSet presAssocID="{69D1B6B4-B378-4EAD-9B1C-4A8032A038A6}" presName="linear" presStyleCnt="0">
        <dgm:presLayoutVars>
          <dgm:animLvl val="lvl"/>
          <dgm:resizeHandles val="exact"/>
        </dgm:presLayoutVars>
      </dgm:prSet>
      <dgm:spPr/>
    </dgm:pt>
    <dgm:pt modelId="{53FBCB48-1EE6-4BCF-B814-DD3854AAAD5C}" type="pres">
      <dgm:prSet presAssocID="{B337C776-043F-497C-AE3E-80BF293D33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8F9C31-0AD0-40B8-943A-3CB7C20A92E3}" type="pres">
      <dgm:prSet presAssocID="{216D4501-8E3E-4C6C-8FC7-9E6499C9747A}" presName="spacer" presStyleCnt="0"/>
      <dgm:spPr/>
    </dgm:pt>
    <dgm:pt modelId="{265D3546-596D-4975-A804-36F6CE9957B8}" type="pres">
      <dgm:prSet presAssocID="{BC46C44D-0A35-4CE8-9830-F1AE963C3A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A8FFD8-35D5-44EB-8D5D-D8BF165C36BE}" type="pres">
      <dgm:prSet presAssocID="{D4096A3D-7921-4109-9445-F97E6927FA8B}" presName="spacer" presStyleCnt="0"/>
      <dgm:spPr/>
    </dgm:pt>
    <dgm:pt modelId="{6288ED1F-0545-4EAB-9D43-14150D485FA9}" type="pres">
      <dgm:prSet presAssocID="{EEB02AB1-A7D1-479A-86AE-B63CBA0482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37F5D3-CE16-453D-83D8-08FC03966DC7}" type="pres">
      <dgm:prSet presAssocID="{9C1CB5CB-9D8C-4C4F-9FC7-E3671D347CA9}" presName="spacer" presStyleCnt="0"/>
      <dgm:spPr/>
    </dgm:pt>
    <dgm:pt modelId="{5D55E81E-F6BE-4E4F-AE9D-BAC397BEA46C}" type="pres">
      <dgm:prSet presAssocID="{5B86F2AB-FF6B-4292-91AC-E64019B677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384C2C-9DFA-418F-82D2-A5A27416230D}" srcId="{69D1B6B4-B378-4EAD-9B1C-4A8032A038A6}" destId="{5B86F2AB-FF6B-4292-91AC-E64019B677ED}" srcOrd="3" destOrd="0" parTransId="{438B9514-F804-47DE-B3B2-08FE298B3949}" sibTransId="{83DB6E35-DEA4-46C7-B6BB-FA1A15F321E9}"/>
    <dgm:cxn modelId="{2DBD952D-F9AB-44BD-B4E2-57F3C1B42450}" srcId="{69D1B6B4-B378-4EAD-9B1C-4A8032A038A6}" destId="{B337C776-043F-497C-AE3E-80BF293D3314}" srcOrd="0" destOrd="0" parTransId="{E4C5A247-411E-46CF-A009-A748985B87C4}" sibTransId="{216D4501-8E3E-4C6C-8FC7-9E6499C9747A}"/>
    <dgm:cxn modelId="{78070F75-EC3D-4B1F-9766-E7C204E2CF9E}" type="presOf" srcId="{EEB02AB1-A7D1-479A-86AE-B63CBA0482B6}" destId="{6288ED1F-0545-4EAB-9D43-14150D485FA9}" srcOrd="0" destOrd="0" presId="urn:microsoft.com/office/officeart/2005/8/layout/vList2"/>
    <dgm:cxn modelId="{A4BFF07C-5357-4AC2-B40B-F3CFE5DC3799}" srcId="{69D1B6B4-B378-4EAD-9B1C-4A8032A038A6}" destId="{EEB02AB1-A7D1-479A-86AE-B63CBA0482B6}" srcOrd="2" destOrd="0" parTransId="{23F85B06-A255-4439-95C9-FD96E1C75E68}" sibTransId="{9C1CB5CB-9D8C-4C4F-9FC7-E3671D347CA9}"/>
    <dgm:cxn modelId="{3FFCDD7F-88F4-4243-9903-62FFCB2DF972}" type="presOf" srcId="{B337C776-043F-497C-AE3E-80BF293D3314}" destId="{53FBCB48-1EE6-4BCF-B814-DD3854AAAD5C}" srcOrd="0" destOrd="0" presId="urn:microsoft.com/office/officeart/2005/8/layout/vList2"/>
    <dgm:cxn modelId="{9A350AA7-BFC0-4779-B01B-F544245EB0D4}" srcId="{69D1B6B4-B378-4EAD-9B1C-4A8032A038A6}" destId="{BC46C44D-0A35-4CE8-9830-F1AE963C3A31}" srcOrd="1" destOrd="0" parTransId="{48310419-783F-40B1-AF7C-0E65BBF901DF}" sibTransId="{D4096A3D-7921-4109-9445-F97E6927FA8B}"/>
    <dgm:cxn modelId="{A04BBFBE-8E5E-4A7A-978E-A3CB42123D53}" type="presOf" srcId="{69D1B6B4-B378-4EAD-9B1C-4A8032A038A6}" destId="{D37F4574-7678-4330-BBCC-AD6AAA0A9268}" srcOrd="0" destOrd="0" presId="urn:microsoft.com/office/officeart/2005/8/layout/vList2"/>
    <dgm:cxn modelId="{CE8DB6C8-67C4-41B8-84BE-05EA2004C12B}" type="presOf" srcId="{5B86F2AB-FF6B-4292-91AC-E64019B677ED}" destId="{5D55E81E-F6BE-4E4F-AE9D-BAC397BEA46C}" srcOrd="0" destOrd="0" presId="urn:microsoft.com/office/officeart/2005/8/layout/vList2"/>
    <dgm:cxn modelId="{D56A7DED-0EAA-48B0-8041-7F4F1EACAD0C}" type="presOf" srcId="{BC46C44D-0A35-4CE8-9830-F1AE963C3A31}" destId="{265D3546-596D-4975-A804-36F6CE9957B8}" srcOrd="0" destOrd="0" presId="urn:microsoft.com/office/officeart/2005/8/layout/vList2"/>
    <dgm:cxn modelId="{9DA01F31-FE8A-4E3D-8B3D-81A0C5F10406}" type="presParOf" srcId="{D37F4574-7678-4330-BBCC-AD6AAA0A9268}" destId="{53FBCB48-1EE6-4BCF-B814-DD3854AAAD5C}" srcOrd="0" destOrd="0" presId="urn:microsoft.com/office/officeart/2005/8/layout/vList2"/>
    <dgm:cxn modelId="{7BEAE0AF-8761-428B-AAC2-5FD8082DA213}" type="presParOf" srcId="{D37F4574-7678-4330-BBCC-AD6AAA0A9268}" destId="{448F9C31-0AD0-40B8-943A-3CB7C20A92E3}" srcOrd="1" destOrd="0" presId="urn:microsoft.com/office/officeart/2005/8/layout/vList2"/>
    <dgm:cxn modelId="{2E0C4DCE-F583-4EC7-BEBC-A3C4F4310DE6}" type="presParOf" srcId="{D37F4574-7678-4330-BBCC-AD6AAA0A9268}" destId="{265D3546-596D-4975-A804-36F6CE9957B8}" srcOrd="2" destOrd="0" presId="urn:microsoft.com/office/officeart/2005/8/layout/vList2"/>
    <dgm:cxn modelId="{49CD2B21-7BA5-469C-AEB3-EBE636A25505}" type="presParOf" srcId="{D37F4574-7678-4330-BBCC-AD6AAA0A9268}" destId="{9BA8FFD8-35D5-44EB-8D5D-D8BF165C36BE}" srcOrd="3" destOrd="0" presId="urn:microsoft.com/office/officeart/2005/8/layout/vList2"/>
    <dgm:cxn modelId="{9EC007FB-4A7C-4397-BB91-AF90A4EB172C}" type="presParOf" srcId="{D37F4574-7678-4330-BBCC-AD6AAA0A9268}" destId="{6288ED1F-0545-4EAB-9D43-14150D485FA9}" srcOrd="4" destOrd="0" presId="urn:microsoft.com/office/officeart/2005/8/layout/vList2"/>
    <dgm:cxn modelId="{B4F3FCB4-AF63-4174-83A0-EB48EA1A84FF}" type="presParOf" srcId="{D37F4574-7678-4330-BBCC-AD6AAA0A9268}" destId="{DF37F5D3-CE16-453D-83D8-08FC03966DC7}" srcOrd="5" destOrd="0" presId="urn:microsoft.com/office/officeart/2005/8/layout/vList2"/>
    <dgm:cxn modelId="{2F80485B-4550-4EF4-BF7E-FA0E199D09CC}" type="presParOf" srcId="{D37F4574-7678-4330-BBCC-AD6AAA0A9268}" destId="{5D55E81E-F6BE-4E4F-AE9D-BAC397BEA4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5478C6-5D11-45D3-812F-AD5C7D17C52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183E2C2-BF44-4EB5-94CB-5966B4561FD9}">
      <dgm:prSet/>
      <dgm:spPr/>
      <dgm:t>
        <a:bodyPr/>
        <a:lstStyle/>
        <a:p>
          <a:r>
            <a:rPr lang="en-US"/>
            <a:t>Introductions</a:t>
          </a:r>
        </a:p>
      </dgm:t>
    </dgm:pt>
    <dgm:pt modelId="{DAB61DBA-29BC-469B-BDC4-EA8BCBAB4F58}" type="parTrans" cxnId="{4E071E00-AEAE-4488-84B3-D21E35AA88A2}">
      <dgm:prSet/>
      <dgm:spPr/>
      <dgm:t>
        <a:bodyPr/>
        <a:lstStyle/>
        <a:p>
          <a:endParaRPr lang="en-US"/>
        </a:p>
      </dgm:t>
    </dgm:pt>
    <dgm:pt modelId="{493887CC-347B-48C6-87A0-F3C2247AB833}" type="sibTrans" cxnId="{4E071E00-AEAE-4488-84B3-D21E35AA88A2}">
      <dgm:prSet/>
      <dgm:spPr/>
      <dgm:t>
        <a:bodyPr/>
        <a:lstStyle/>
        <a:p>
          <a:endParaRPr lang="en-US"/>
        </a:p>
      </dgm:t>
    </dgm:pt>
    <dgm:pt modelId="{859BDBBB-69A6-4FA1-94CD-701B821A31A6}">
      <dgm:prSet/>
      <dgm:spPr/>
      <dgm:t>
        <a:bodyPr/>
        <a:lstStyle/>
        <a:p>
          <a:r>
            <a:rPr lang="en-US"/>
            <a:t>Expectations</a:t>
          </a:r>
        </a:p>
      </dgm:t>
    </dgm:pt>
    <dgm:pt modelId="{EF61BDF9-AF5E-4233-9576-031F5ED462A8}" type="parTrans" cxnId="{6C3B779D-5BB2-462E-9BBE-3D929EB06813}">
      <dgm:prSet/>
      <dgm:spPr/>
      <dgm:t>
        <a:bodyPr/>
        <a:lstStyle/>
        <a:p>
          <a:endParaRPr lang="en-US"/>
        </a:p>
      </dgm:t>
    </dgm:pt>
    <dgm:pt modelId="{F7E48710-3F31-4440-84A8-3C482DB33A1A}" type="sibTrans" cxnId="{6C3B779D-5BB2-462E-9BBE-3D929EB06813}">
      <dgm:prSet/>
      <dgm:spPr/>
      <dgm:t>
        <a:bodyPr/>
        <a:lstStyle/>
        <a:p>
          <a:endParaRPr lang="en-US"/>
        </a:p>
      </dgm:t>
    </dgm:pt>
    <dgm:pt modelId="{C34D7C40-2177-4CF7-BBF3-233409F92186}">
      <dgm:prSet/>
      <dgm:spPr/>
      <dgm:t>
        <a:bodyPr/>
        <a:lstStyle/>
        <a:p>
          <a:r>
            <a:rPr lang="en-US"/>
            <a:t>Experience level on openshift</a:t>
          </a:r>
        </a:p>
      </dgm:t>
    </dgm:pt>
    <dgm:pt modelId="{ABA48327-E20F-42E7-A7B7-B819A4258017}" type="parTrans" cxnId="{16B3A4B1-4E4E-446F-88BA-3FD91BD22F86}">
      <dgm:prSet/>
      <dgm:spPr/>
      <dgm:t>
        <a:bodyPr/>
        <a:lstStyle/>
        <a:p>
          <a:endParaRPr lang="en-US"/>
        </a:p>
      </dgm:t>
    </dgm:pt>
    <dgm:pt modelId="{6D9F4DC2-F95A-4E7C-9BEC-F9C800AA111F}" type="sibTrans" cxnId="{16B3A4B1-4E4E-446F-88BA-3FD91BD22F86}">
      <dgm:prSet/>
      <dgm:spPr/>
      <dgm:t>
        <a:bodyPr/>
        <a:lstStyle/>
        <a:p>
          <a:endParaRPr lang="en-US"/>
        </a:p>
      </dgm:t>
    </dgm:pt>
    <dgm:pt modelId="{A30BBE90-3B07-47C5-947B-A450A367232C}">
      <dgm:prSet/>
      <dgm:spPr/>
      <dgm:t>
        <a:bodyPr/>
        <a:lstStyle/>
        <a:p>
          <a:r>
            <a:rPr lang="en-US"/>
            <a:t>Questions</a:t>
          </a:r>
        </a:p>
      </dgm:t>
    </dgm:pt>
    <dgm:pt modelId="{DBA1DC29-2170-4B9B-B2DF-152A1CEF1AA2}" type="parTrans" cxnId="{D7933018-081B-4A70-9E15-5F491DF733A0}">
      <dgm:prSet/>
      <dgm:spPr/>
      <dgm:t>
        <a:bodyPr/>
        <a:lstStyle/>
        <a:p>
          <a:endParaRPr lang="en-US"/>
        </a:p>
      </dgm:t>
    </dgm:pt>
    <dgm:pt modelId="{20EB7AA5-96B9-43B6-B0B9-B3D3AB5E0030}" type="sibTrans" cxnId="{D7933018-081B-4A70-9E15-5F491DF733A0}">
      <dgm:prSet/>
      <dgm:spPr/>
      <dgm:t>
        <a:bodyPr/>
        <a:lstStyle/>
        <a:p>
          <a:endParaRPr lang="en-US"/>
        </a:p>
      </dgm:t>
    </dgm:pt>
    <dgm:pt modelId="{AA8DC8E8-DFCE-446E-A314-48F7078D229F}" type="pres">
      <dgm:prSet presAssocID="{345478C6-5D11-45D3-812F-AD5C7D17C522}" presName="linear" presStyleCnt="0">
        <dgm:presLayoutVars>
          <dgm:animLvl val="lvl"/>
          <dgm:resizeHandles val="exact"/>
        </dgm:presLayoutVars>
      </dgm:prSet>
      <dgm:spPr/>
    </dgm:pt>
    <dgm:pt modelId="{BBF12D30-0D74-422A-B295-BC9BF3C1A2F9}" type="pres">
      <dgm:prSet presAssocID="{5183E2C2-BF44-4EB5-94CB-5966B4561F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9FFDD8-D099-49A7-83C4-881A77AB2B06}" type="pres">
      <dgm:prSet presAssocID="{493887CC-347B-48C6-87A0-F3C2247AB833}" presName="spacer" presStyleCnt="0"/>
      <dgm:spPr/>
    </dgm:pt>
    <dgm:pt modelId="{5C6CCC92-52D0-47F2-8A7D-4DA282C4B902}" type="pres">
      <dgm:prSet presAssocID="{859BDBBB-69A6-4FA1-94CD-701B821A31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6EC121-6297-446A-B5F2-A55CDE554533}" type="pres">
      <dgm:prSet presAssocID="{F7E48710-3F31-4440-84A8-3C482DB33A1A}" presName="spacer" presStyleCnt="0"/>
      <dgm:spPr/>
    </dgm:pt>
    <dgm:pt modelId="{8AB1F9D0-9226-40FA-A47A-DBD14283CC05}" type="pres">
      <dgm:prSet presAssocID="{C34D7C40-2177-4CF7-BBF3-233409F921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1D25EB-7B95-48C9-851F-DC0E3DCB310D}" type="pres">
      <dgm:prSet presAssocID="{6D9F4DC2-F95A-4E7C-9BEC-F9C800AA111F}" presName="spacer" presStyleCnt="0"/>
      <dgm:spPr/>
    </dgm:pt>
    <dgm:pt modelId="{41E6A9D8-D151-4EF0-B634-48595670421E}" type="pres">
      <dgm:prSet presAssocID="{A30BBE90-3B07-47C5-947B-A450A36723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071E00-AEAE-4488-84B3-D21E35AA88A2}" srcId="{345478C6-5D11-45D3-812F-AD5C7D17C522}" destId="{5183E2C2-BF44-4EB5-94CB-5966B4561FD9}" srcOrd="0" destOrd="0" parTransId="{DAB61DBA-29BC-469B-BDC4-EA8BCBAB4F58}" sibTransId="{493887CC-347B-48C6-87A0-F3C2247AB833}"/>
    <dgm:cxn modelId="{ADAB1C14-2D95-42BB-B86A-708B0439ABDB}" type="presOf" srcId="{5183E2C2-BF44-4EB5-94CB-5966B4561FD9}" destId="{BBF12D30-0D74-422A-B295-BC9BF3C1A2F9}" srcOrd="0" destOrd="0" presId="urn:microsoft.com/office/officeart/2005/8/layout/vList2"/>
    <dgm:cxn modelId="{BAA08616-929B-4EA1-A735-256358D63D86}" type="presOf" srcId="{859BDBBB-69A6-4FA1-94CD-701B821A31A6}" destId="{5C6CCC92-52D0-47F2-8A7D-4DA282C4B902}" srcOrd="0" destOrd="0" presId="urn:microsoft.com/office/officeart/2005/8/layout/vList2"/>
    <dgm:cxn modelId="{D7933018-081B-4A70-9E15-5F491DF733A0}" srcId="{345478C6-5D11-45D3-812F-AD5C7D17C522}" destId="{A30BBE90-3B07-47C5-947B-A450A367232C}" srcOrd="3" destOrd="0" parTransId="{DBA1DC29-2170-4B9B-B2DF-152A1CEF1AA2}" sibTransId="{20EB7AA5-96B9-43B6-B0B9-B3D3AB5E0030}"/>
    <dgm:cxn modelId="{C9F6DA25-11B5-4DFB-ACE5-97C4A1D06F7B}" type="presOf" srcId="{A30BBE90-3B07-47C5-947B-A450A367232C}" destId="{41E6A9D8-D151-4EF0-B634-48595670421E}" srcOrd="0" destOrd="0" presId="urn:microsoft.com/office/officeart/2005/8/layout/vList2"/>
    <dgm:cxn modelId="{01A17881-89D4-4E3D-8C08-362B11D0A3DF}" type="presOf" srcId="{C34D7C40-2177-4CF7-BBF3-233409F92186}" destId="{8AB1F9D0-9226-40FA-A47A-DBD14283CC05}" srcOrd="0" destOrd="0" presId="urn:microsoft.com/office/officeart/2005/8/layout/vList2"/>
    <dgm:cxn modelId="{6C3B779D-5BB2-462E-9BBE-3D929EB06813}" srcId="{345478C6-5D11-45D3-812F-AD5C7D17C522}" destId="{859BDBBB-69A6-4FA1-94CD-701B821A31A6}" srcOrd="1" destOrd="0" parTransId="{EF61BDF9-AF5E-4233-9576-031F5ED462A8}" sibTransId="{F7E48710-3F31-4440-84A8-3C482DB33A1A}"/>
    <dgm:cxn modelId="{16B3A4B1-4E4E-446F-88BA-3FD91BD22F86}" srcId="{345478C6-5D11-45D3-812F-AD5C7D17C522}" destId="{C34D7C40-2177-4CF7-BBF3-233409F92186}" srcOrd="2" destOrd="0" parTransId="{ABA48327-E20F-42E7-A7B7-B819A4258017}" sibTransId="{6D9F4DC2-F95A-4E7C-9BEC-F9C800AA111F}"/>
    <dgm:cxn modelId="{F91D15C2-2753-4DAB-A1D1-7E3788290A0E}" type="presOf" srcId="{345478C6-5D11-45D3-812F-AD5C7D17C522}" destId="{AA8DC8E8-DFCE-446E-A314-48F7078D229F}" srcOrd="0" destOrd="0" presId="urn:microsoft.com/office/officeart/2005/8/layout/vList2"/>
    <dgm:cxn modelId="{25CC3851-0533-43E8-998E-BB577107C35E}" type="presParOf" srcId="{AA8DC8E8-DFCE-446E-A314-48F7078D229F}" destId="{BBF12D30-0D74-422A-B295-BC9BF3C1A2F9}" srcOrd="0" destOrd="0" presId="urn:microsoft.com/office/officeart/2005/8/layout/vList2"/>
    <dgm:cxn modelId="{E6C8D5A0-86B4-4323-8CD7-7BDE9444DB69}" type="presParOf" srcId="{AA8DC8E8-DFCE-446E-A314-48F7078D229F}" destId="{779FFDD8-D099-49A7-83C4-881A77AB2B06}" srcOrd="1" destOrd="0" presId="urn:microsoft.com/office/officeart/2005/8/layout/vList2"/>
    <dgm:cxn modelId="{B675BE1A-2B14-466C-90A6-2F13D7804405}" type="presParOf" srcId="{AA8DC8E8-DFCE-446E-A314-48F7078D229F}" destId="{5C6CCC92-52D0-47F2-8A7D-4DA282C4B902}" srcOrd="2" destOrd="0" presId="urn:microsoft.com/office/officeart/2005/8/layout/vList2"/>
    <dgm:cxn modelId="{E8475FEF-7E87-4A81-913F-B78806FEEC8C}" type="presParOf" srcId="{AA8DC8E8-DFCE-446E-A314-48F7078D229F}" destId="{126EC121-6297-446A-B5F2-A55CDE554533}" srcOrd="3" destOrd="0" presId="urn:microsoft.com/office/officeart/2005/8/layout/vList2"/>
    <dgm:cxn modelId="{04F97235-7029-47B8-88A2-201C44AAA932}" type="presParOf" srcId="{AA8DC8E8-DFCE-446E-A314-48F7078D229F}" destId="{8AB1F9D0-9226-40FA-A47A-DBD14283CC05}" srcOrd="4" destOrd="0" presId="urn:microsoft.com/office/officeart/2005/8/layout/vList2"/>
    <dgm:cxn modelId="{39E47A74-B44F-48AF-91E6-6361D9115B8D}" type="presParOf" srcId="{AA8DC8E8-DFCE-446E-A314-48F7078D229F}" destId="{431D25EB-7B95-48C9-851F-DC0E3DCB310D}" srcOrd="5" destOrd="0" presId="urn:microsoft.com/office/officeart/2005/8/layout/vList2"/>
    <dgm:cxn modelId="{4DB6A321-6229-499E-9A8E-61D7DE7BAB1C}" type="presParOf" srcId="{AA8DC8E8-DFCE-446E-A314-48F7078D229F}" destId="{41E6A9D8-D151-4EF0-B634-48595670421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466B7-B20F-4DAF-946A-EAB604CA9881}">
      <dsp:nvSpPr>
        <dsp:cNvPr id="0" name=""/>
        <dsp:cNvSpPr/>
      </dsp:nvSpPr>
      <dsp:spPr>
        <a:xfrm>
          <a:off x="0" y="55244"/>
          <a:ext cx="6492875" cy="9114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System Administrators</a:t>
          </a:r>
        </a:p>
      </dsp:txBody>
      <dsp:txXfrm>
        <a:off x="44492" y="99736"/>
        <a:ext cx="6403891" cy="822446"/>
      </dsp:txXfrm>
    </dsp:sp>
    <dsp:sp modelId="{A03C2E9F-AE05-449D-A146-D8411EF1551D}">
      <dsp:nvSpPr>
        <dsp:cNvPr id="0" name=""/>
        <dsp:cNvSpPr/>
      </dsp:nvSpPr>
      <dsp:spPr>
        <a:xfrm>
          <a:off x="0" y="1076114"/>
          <a:ext cx="6492875" cy="911430"/>
        </a:xfrm>
        <a:prstGeom prst="roundRect">
          <a:avLst/>
        </a:prstGeom>
        <a:solidFill>
          <a:schemeClr val="accent5">
            <a:hueOff val="-928905"/>
            <a:satOff val="914"/>
            <a:lumOff val="20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DevOps Engineers</a:t>
          </a:r>
        </a:p>
      </dsp:txBody>
      <dsp:txXfrm>
        <a:off x="44492" y="1120606"/>
        <a:ext cx="6403891" cy="822446"/>
      </dsp:txXfrm>
    </dsp:sp>
    <dsp:sp modelId="{A13027F8-0BFE-43B0-B220-45850D13633F}">
      <dsp:nvSpPr>
        <dsp:cNvPr id="0" name=""/>
        <dsp:cNvSpPr/>
      </dsp:nvSpPr>
      <dsp:spPr>
        <a:xfrm>
          <a:off x="0" y="2096984"/>
          <a:ext cx="6492875" cy="911430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Cloud Engineers</a:t>
          </a:r>
        </a:p>
      </dsp:txBody>
      <dsp:txXfrm>
        <a:off x="44492" y="2141476"/>
        <a:ext cx="6403891" cy="822446"/>
      </dsp:txXfrm>
    </dsp:sp>
    <dsp:sp modelId="{7FB190ED-C4D1-4395-B729-450628131B61}">
      <dsp:nvSpPr>
        <dsp:cNvPr id="0" name=""/>
        <dsp:cNvSpPr/>
      </dsp:nvSpPr>
      <dsp:spPr>
        <a:xfrm>
          <a:off x="0" y="3117855"/>
          <a:ext cx="6492875" cy="911430"/>
        </a:xfrm>
        <a:prstGeom prst="roundRect">
          <a:avLst/>
        </a:prstGeom>
        <a:solidFill>
          <a:schemeClr val="accent5">
            <a:hueOff val="-2786716"/>
            <a:satOff val="2743"/>
            <a:lumOff val="617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SREs</a:t>
          </a:r>
        </a:p>
      </dsp:txBody>
      <dsp:txXfrm>
        <a:off x="44492" y="3162347"/>
        <a:ext cx="6403891" cy="822446"/>
      </dsp:txXfrm>
    </dsp:sp>
    <dsp:sp modelId="{55E29DE1-2D9C-4F50-82AE-C756BA0EFFF3}">
      <dsp:nvSpPr>
        <dsp:cNvPr id="0" name=""/>
        <dsp:cNvSpPr/>
      </dsp:nvSpPr>
      <dsp:spPr>
        <a:xfrm>
          <a:off x="0" y="4138725"/>
          <a:ext cx="6492875" cy="91143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Developers (Ops-focused)</a:t>
          </a:r>
        </a:p>
      </dsp:txBody>
      <dsp:txXfrm>
        <a:off x="44492" y="4183217"/>
        <a:ext cx="6403891" cy="822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A95DC-C641-4C56-AC23-5A8137A8C441}">
      <dsp:nvSpPr>
        <dsp:cNvPr id="0" name=""/>
        <dsp:cNvSpPr/>
      </dsp:nvSpPr>
      <dsp:spPr>
        <a:xfrm>
          <a:off x="0" y="48580"/>
          <a:ext cx="6237359" cy="8154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60% Hands-on</a:t>
          </a:r>
        </a:p>
      </dsp:txBody>
      <dsp:txXfrm>
        <a:off x="39809" y="88389"/>
        <a:ext cx="6157741" cy="735872"/>
      </dsp:txXfrm>
    </dsp:sp>
    <dsp:sp modelId="{E67E05CA-9671-48B9-9555-1437EC8E39B2}">
      <dsp:nvSpPr>
        <dsp:cNvPr id="0" name=""/>
        <dsp:cNvSpPr/>
      </dsp:nvSpPr>
      <dsp:spPr>
        <a:xfrm>
          <a:off x="0" y="961990"/>
          <a:ext cx="6237359" cy="815490"/>
        </a:xfrm>
        <a:prstGeom prst="roundRect">
          <a:avLst/>
        </a:prstGeom>
        <a:solidFill>
          <a:schemeClr val="accent5">
            <a:hueOff val="-928905"/>
            <a:satOff val="914"/>
            <a:lumOff val="20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40% Concept</a:t>
          </a:r>
        </a:p>
      </dsp:txBody>
      <dsp:txXfrm>
        <a:off x="39809" y="1001799"/>
        <a:ext cx="6157741" cy="735872"/>
      </dsp:txXfrm>
    </dsp:sp>
    <dsp:sp modelId="{0A96A906-11DB-467E-80B4-B080EA62E676}">
      <dsp:nvSpPr>
        <dsp:cNvPr id="0" name=""/>
        <dsp:cNvSpPr/>
      </dsp:nvSpPr>
      <dsp:spPr>
        <a:xfrm>
          <a:off x="0" y="1875400"/>
          <a:ext cx="6237359" cy="815490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Live cluster (real AWS OpenShift)</a:t>
          </a:r>
        </a:p>
      </dsp:txBody>
      <dsp:txXfrm>
        <a:off x="39809" y="1915209"/>
        <a:ext cx="6157741" cy="735872"/>
      </dsp:txXfrm>
    </dsp:sp>
    <dsp:sp modelId="{14BF1DEB-67A0-4A1F-8D74-B3B2F3EA11F6}">
      <dsp:nvSpPr>
        <dsp:cNvPr id="0" name=""/>
        <dsp:cNvSpPr/>
      </dsp:nvSpPr>
      <dsp:spPr>
        <a:xfrm>
          <a:off x="0" y="2788810"/>
          <a:ext cx="6237359" cy="815490"/>
        </a:xfrm>
        <a:prstGeom prst="roundRect">
          <a:avLst/>
        </a:prstGeom>
        <a:solidFill>
          <a:schemeClr val="accent5">
            <a:hueOff val="-2786716"/>
            <a:satOff val="2743"/>
            <a:lumOff val="617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Multi-user environment</a:t>
          </a:r>
        </a:p>
      </dsp:txBody>
      <dsp:txXfrm>
        <a:off x="39809" y="2828619"/>
        <a:ext cx="6157741" cy="735872"/>
      </dsp:txXfrm>
    </dsp:sp>
    <dsp:sp modelId="{C40453D7-8ED7-411D-9F99-56704D267D0D}">
      <dsp:nvSpPr>
        <dsp:cNvPr id="0" name=""/>
        <dsp:cNvSpPr/>
      </dsp:nvSpPr>
      <dsp:spPr>
        <a:xfrm>
          <a:off x="0" y="3702220"/>
          <a:ext cx="6237359" cy="81549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Real production-like scenarios</a:t>
          </a:r>
        </a:p>
      </dsp:txBody>
      <dsp:txXfrm>
        <a:off x="39809" y="3742029"/>
        <a:ext cx="6157741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FBCB48-1EE6-4BCF-B814-DD3854AAAD5C}">
      <dsp:nvSpPr>
        <dsp:cNvPr id="0" name=""/>
        <dsp:cNvSpPr/>
      </dsp:nvSpPr>
      <dsp:spPr>
        <a:xfrm>
          <a:off x="0" y="42780"/>
          <a:ext cx="6492875" cy="11512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oc CLI </a:t>
          </a:r>
        </a:p>
      </dsp:txBody>
      <dsp:txXfrm>
        <a:off x="56201" y="98981"/>
        <a:ext cx="6380473" cy="1038877"/>
      </dsp:txXfrm>
    </dsp:sp>
    <dsp:sp modelId="{265D3546-596D-4975-A804-36F6CE9957B8}">
      <dsp:nvSpPr>
        <dsp:cNvPr id="0" name=""/>
        <dsp:cNvSpPr/>
      </dsp:nvSpPr>
      <dsp:spPr>
        <a:xfrm>
          <a:off x="0" y="1332300"/>
          <a:ext cx="6492875" cy="1151279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OpenShift Web Console </a:t>
          </a:r>
        </a:p>
      </dsp:txBody>
      <dsp:txXfrm>
        <a:off x="56201" y="1388501"/>
        <a:ext cx="6380473" cy="1038877"/>
      </dsp:txXfrm>
    </dsp:sp>
    <dsp:sp modelId="{6288ED1F-0545-4EAB-9D43-14150D485FA9}">
      <dsp:nvSpPr>
        <dsp:cNvPr id="0" name=""/>
        <dsp:cNvSpPr/>
      </dsp:nvSpPr>
      <dsp:spPr>
        <a:xfrm>
          <a:off x="0" y="2621820"/>
          <a:ext cx="6492875" cy="1151279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YAML manifests </a:t>
          </a:r>
        </a:p>
      </dsp:txBody>
      <dsp:txXfrm>
        <a:off x="56201" y="2678021"/>
        <a:ext cx="6380473" cy="1038877"/>
      </dsp:txXfrm>
    </dsp:sp>
    <dsp:sp modelId="{5D55E81E-F6BE-4E4F-AE9D-BAC397BEA46C}">
      <dsp:nvSpPr>
        <dsp:cNvPr id="0" name=""/>
        <dsp:cNvSpPr/>
      </dsp:nvSpPr>
      <dsp:spPr>
        <a:xfrm>
          <a:off x="0" y="3911340"/>
          <a:ext cx="6492875" cy="1151279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Operators </a:t>
          </a:r>
        </a:p>
      </dsp:txBody>
      <dsp:txXfrm>
        <a:off x="56201" y="3967541"/>
        <a:ext cx="6380473" cy="10388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12D30-0D74-422A-B295-BC9BF3C1A2F9}">
      <dsp:nvSpPr>
        <dsp:cNvPr id="0" name=""/>
        <dsp:cNvSpPr/>
      </dsp:nvSpPr>
      <dsp:spPr>
        <a:xfrm>
          <a:off x="0" y="513389"/>
          <a:ext cx="6492875" cy="9354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Introductions</a:t>
          </a:r>
        </a:p>
      </dsp:txBody>
      <dsp:txXfrm>
        <a:off x="45663" y="559052"/>
        <a:ext cx="6401549" cy="844089"/>
      </dsp:txXfrm>
    </dsp:sp>
    <dsp:sp modelId="{5C6CCC92-52D0-47F2-8A7D-4DA282C4B902}">
      <dsp:nvSpPr>
        <dsp:cNvPr id="0" name=""/>
        <dsp:cNvSpPr/>
      </dsp:nvSpPr>
      <dsp:spPr>
        <a:xfrm>
          <a:off x="0" y="1561124"/>
          <a:ext cx="6492875" cy="935415"/>
        </a:xfrm>
        <a:prstGeom prst="roundRect">
          <a:avLst/>
        </a:prstGeom>
        <a:solidFill>
          <a:schemeClr val="accent5">
            <a:hueOff val="-1238541"/>
            <a:satOff val="1219"/>
            <a:lumOff val="27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Expectations</a:t>
          </a:r>
        </a:p>
      </dsp:txBody>
      <dsp:txXfrm>
        <a:off x="45663" y="1606787"/>
        <a:ext cx="6401549" cy="844089"/>
      </dsp:txXfrm>
    </dsp:sp>
    <dsp:sp modelId="{8AB1F9D0-9226-40FA-A47A-DBD14283CC05}">
      <dsp:nvSpPr>
        <dsp:cNvPr id="0" name=""/>
        <dsp:cNvSpPr/>
      </dsp:nvSpPr>
      <dsp:spPr>
        <a:xfrm>
          <a:off x="0" y="2608860"/>
          <a:ext cx="6492875" cy="935415"/>
        </a:xfrm>
        <a:prstGeom prst="roundRect">
          <a:avLst/>
        </a:prstGeom>
        <a:solidFill>
          <a:schemeClr val="accent5">
            <a:hueOff val="-2477081"/>
            <a:satOff val="2439"/>
            <a:lumOff val="549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Experience level on openshift</a:t>
          </a:r>
        </a:p>
      </dsp:txBody>
      <dsp:txXfrm>
        <a:off x="45663" y="2654523"/>
        <a:ext cx="6401549" cy="844089"/>
      </dsp:txXfrm>
    </dsp:sp>
    <dsp:sp modelId="{41E6A9D8-D151-4EF0-B634-48595670421E}">
      <dsp:nvSpPr>
        <dsp:cNvPr id="0" name=""/>
        <dsp:cNvSpPr/>
      </dsp:nvSpPr>
      <dsp:spPr>
        <a:xfrm>
          <a:off x="0" y="3656595"/>
          <a:ext cx="6492875" cy="935415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Questions</a:t>
          </a:r>
        </a:p>
      </dsp:txBody>
      <dsp:txXfrm>
        <a:off x="45663" y="3702258"/>
        <a:ext cx="6401549" cy="84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2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7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0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2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5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68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27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5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56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68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49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37C947-E658-4D24-B9F2-012084C22DC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8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947E9-2450-74C7-9C15-EE29277B4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4658" y="755904"/>
            <a:ext cx="7711025" cy="3084576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OpenShift DO280 – 4 Day Training Program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C6BAA-88F6-A3C2-7EFC-B091B1ACE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2131" y="4089910"/>
            <a:ext cx="3316702" cy="1712176"/>
          </a:xfrm>
        </p:spPr>
        <p:txBody>
          <a:bodyPr>
            <a:normAutofit/>
          </a:bodyPr>
          <a:lstStyle/>
          <a:p>
            <a:pPr algn="l"/>
            <a:r>
              <a:rPr lang="en-US" sz="1900" b="1"/>
              <a:t>Red Hat OpenShift Administration II: Configuring a Production Cluster (DO280) (Whole Program Overview</a:t>
            </a:r>
            <a:r>
              <a:rPr lang="en-US" sz="1900"/>
              <a:t>)</a:t>
            </a:r>
            <a:br>
              <a:rPr lang="en-US" sz="1900"/>
            </a:b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6019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944CB-1DAD-DDEA-8E95-39C653D4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sz="3600"/>
              <a:t>Program Overview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64F9AD9-76AC-9103-6435-7EC1428F13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7932" y="1261873"/>
            <a:ext cx="5951013" cy="44494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Duration: 4 Days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Daily Timing: 9 AM – 2 PM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Format: </a:t>
            </a:r>
          </a:p>
          <a:p>
            <a:pPr marL="457200" lvl="1" indent="0" eaLnBrk="0" fontAlgn="base" hangingPunct="0"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Concept + Demo </a:t>
            </a:r>
          </a:p>
          <a:p>
            <a:pPr marL="457200" lvl="1" indent="0" eaLnBrk="0" fontAlgn="base" hangingPunct="0"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Hands-on Labs </a:t>
            </a:r>
          </a:p>
          <a:p>
            <a:pPr marL="457200" lvl="1" indent="0" eaLnBrk="0" fontAlgn="base" hangingPunct="0"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Real-world scenarios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Focus: </a:t>
            </a:r>
          </a:p>
          <a:p>
            <a:pPr marL="457200" lvl="1" indent="0" eaLnBrk="0" fontAlgn="base" hangingPunct="0"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Production OpenShift administration </a:t>
            </a:r>
          </a:p>
          <a:p>
            <a:pPr marL="457200" lvl="1" indent="0" eaLnBrk="0" fontAlgn="base" hangingPunct="0"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Hands-on cluster operations </a:t>
            </a:r>
          </a:p>
          <a:p>
            <a:pPr marL="457200" lvl="1" indent="0" eaLnBrk="0" fontAlgn="base" hangingPunct="0">
              <a:spcBef>
                <a:spcPct val="0"/>
              </a:spcBef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Real enterprise use cases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4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9C7E0-323C-DECD-168B-CD417A7C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6819F-C4C4-7EFE-25B2-A1914654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271D1-9B06-CA87-0976-007A37DE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r>
              <a:rPr lang="en-US" sz="1800"/>
              <a:t>By the end of this training, you will:</a:t>
            </a:r>
          </a:p>
          <a:p>
            <a:pPr lvl="1"/>
            <a:r>
              <a:rPr lang="en-US" sz="1800"/>
              <a:t>Manage OpenShift clusters in production </a:t>
            </a:r>
          </a:p>
          <a:p>
            <a:pPr lvl="1"/>
            <a:r>
              <a:rPr lang="en-US" sz="1800"/>
              <a:t>Deploy and manage applications declaratively </a:t>
            </a:r>
          </a:p>
          <a:p>
            <a:pPr lvl="1"/>
            <a:r>
              <a:rPr lang="en-US" sz="1800"/>
              <a:t>Configure authentication and RBAC </a:t>
            </a:r>
          </a:p>
          <a:p>
            <a:pPr lvl="1"/>
            <a:r>
              <a:rPr lang="en-US" sz="1800"/>
              <a:t>Secure applications and networking </a:t>
            </a:r>
          </a:p>
          <a:p>
            <a:pPr lvl="1"/>
            <a:r>
              <a:rPr lang="en-US" sz="1800"/>
              <a:t>Manage operators and updates </a:t>
            </a:r>
          </a:p>
          <a:p>
            <a:pPr lvl="1"/>
            <a:r>
              <a:rPr lang="en-US" sz="1800"/>
              <a:t>Troubleshoot real-world issues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45719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7A632-16CE-8453-FA2B-ABB84383F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46575-A55F-CCA1-46FD-92C1F329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Target Audience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754D73-2B33-2024-B2B8-EBA68EB75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825494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8218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BA630-8F9B-768C-3FDB-434DC5B6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EC28CF-2C75-8859-E4E3-65ED8AFB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84051"/>
            <a:ext cx="2812385" cy="37238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000000"/>
                </a:solidFill>
              </a:rPr>
              <a:t>Training Approach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F14BA8-2798-D418-2A16-63882DF7F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306726"/>
              </p:ext>
            </p:extLst>
          </p:nvPr>
        </p:nvGraphicFramePr>
        <p:xfrm>
          <a:off x="4941201" y="992181"/>
          <a:ext cx="6237359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388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7">
            <a:extLst>
              <a:ext uri="{FF2B5EF4-FFF2-40B4-BE49-F238E27FC236}">
                <a16:creationId xmlns:a16="http://schemas.microsoft.com/office/drawing/2014/main" id="{08751D95-C333-4DEB-90B4-1EAC9A91D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4062127" y="-15832"/>
            <a:ext cx="8129873" cy="6889518"/>
          </a:xfrm>
          <a:custGeom>
            <a:avLst/>
            <a:gdLst>
              <a:gd name="connsiteX0" fmla="*/ 0 w 8129873"/>
              <a:gd name="connsiteY0" fmla="*/ 0 h 6889518"/>
              <a:gd name="connsiteX1" fmla="*/ 0 w 8129873"/>
              <a:gd name="connsiteY1" fmla="*/ 6889518 h 6889518"/>
              <a:gd name="connsiteX2" fmla="*/ 6207942 w 8129873"/>
              <a:gd name="connsiteY2" fmla="*/ 6882299 h 6889518"/>
              <a:gd name="connsiteX3" fmla="*/ 8129873 w 8129873"/>
              <a:gd name="connsiteY3" fmla="*/ 5349831 h 6889518"/>
              <a:gd name="connsiteX4" fmla="*/ 7291674 w 8129873"/>
              <a:gd name="connsiteY4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873" h="6889518">
                <a:moveTo>
                  <a:pt x="0" y="0"/>
                </a:moveTo>
                <a:lnTo>
                  <a:pt x="0" y="6889518"/>
                </a:lnTo>
                <a:lnTo>
                  <a:pt x="6207942" y="6882299"/>
                </a:lnTo>
                <a:lnTo>
                  <a:pt x="8129873" y="5349831"/>
                </a:lnTo>
                <a:lnTo>
                  <a:pt x="7291674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BA7535-3851-431E-BDA9-B4F6C1201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3893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F07680B-461A-4AFC-808F-93216679A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C864A04-25C0-4A5F-B6D4-F3859450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5F596D75-78C8-47A8-9225-7C64A6674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28D8641-4FEB-4878-B029-6CC4922EB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B339737-0E88-4165-A752-9E204068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33AF255-B0DD-4D23-A3F2-DDB221BB1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52EF4C-CEB5-0ACC-AD7A-8C8B67AF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25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200"/>
              <a:t>Where This Course 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A2FD-670B-9E5E-82BB-844F79E6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652441" cy="45226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[Containers Basics]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	↓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[DO180 - OpenShift Admin I] 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	↓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[DO280 - OpenShift Admin II] ← (This Training)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	↓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[Advanced OpenShift / DevOps / GitOps / Security]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	↓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[Enterprise Roles: SRE / Platform Engineer / Architect]</a:t>
            </a:r>
            <a:endParaRPr lang="en-US" sz="2000" b="1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22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9D859-DBE7-2121-3251-547C403B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5874B-33E4-38AF-4E5A-0B316E35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Day 1: Declarative Resource &amp; Packed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49B47-52C9-A776-E557-2A11F944D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b="1"/>
              <a:t>Topics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OpenShift cluster architecture overview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Declarative vs Imperative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YAML manifests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Deploy applications from manifests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Services and Routes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ConfigMaps and Secrets </a:t>
            </a:r>
          </a:p>
          <a:p>
            <a:pPr>
              <a:lnSpc>
                <a:spcPct val="90000"/>
              </a:lnSpc>
            </a:pPr>
            <a:r>
              <a:rPr lang="en-US" sz="1100" b="1"/>
              <a:t> Hands-on Labs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Cluster verification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Create project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Deploy nginx using YAML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Expose application (service + route)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Update deployment (scale) </a:t>
            </a:r>
          </a:p>
          <a:p>
            <a:pPr lvl="1">
              <a:lnSpc>
                <a:spcPct val="90000"/>
              </a:lnSpc>
            </a:pPr>
            <a:r>
              <a:rPr lang="en-US" sz="1100"/>
              <a:t>Create ConfigMap and Secret</a:t>
            </a:r>
          </a:p>
          <a:p>
            <a:pPr>
              <a:lnSpc>
                <a:spcPct val="9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85394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A6546-A157-08C9-A900-6024E4E7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7CA63-1EEC-5FD4-B2B4-E1DD1967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Authentication &amp;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62978-25D7-2756-5845-96ED33CE6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/>
              <a:t>Topics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OpenShift authentication architecture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Identity Providers (HTPasswd)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Users and groups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RBAC (Roles, RoleBindings)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Cluster roles vs namespace roles </a:t>
            </a:r>
          </a:p>
          <a:p>
            <a:pPr>
              <a:lnSpc>
                <a:spcPct val="90000"/>
              </a:lnSpc>
            </a:pPr>
            <a:r>
              <a:rPr lang="en-US" sz="1400" b="1"/>
              <a:t> Hands-on Labs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Create users using HTPasswd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Add users to groups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Assign roles (admin, edit, view)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Restrict access between teams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Verify permissions using oc auth can-i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48415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E9702-5E1C-AC92-8ABD-F01CA86C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0670B2-C42B-3664-E8B8-8DB458EF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Day 3: Networking &amp; Self-Service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AC94-5F7E-40E7-98A3-D0515815D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/>
              <a:t>Topics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OpenShift networking model (OVN)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Services, Routes, Ingress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Network Policies (security)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Exposing non-HTTP apps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Developer self-service </a:t>
            </a:r>
          </a:p>
          <a:p>
            <a:pPr>
              <a:lnSpc>
                <a:spcPct val="90000"/>
              </a:lnSpc>
            </a:pPr>
            <a:r>
              <a:rPr lang="en-US" sz="1400" b="1"/>
              <a:t> Hands-on Labs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Create network policies (allow/deny traffic)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Restrict pod-to-pod communication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Expose TCP application (non-HTTP)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Enable/disable project self-provisioning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Multi-team isolation scenario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707265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A36C1-1F78-9BEC-E24D-5F2DBDF0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A623A-868C-9912-D170-DAE0268A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Day 4: Operators &amp; App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04FA-CBFC-339F-7EEF-9BEA4C85A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/>
              <a:t>Topics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Operator Lifecycle Manager (OLM)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Installing and managing operators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Security Context Constraints (SCC)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Running privileged applications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OpenShift updates and maintenance </a:t>
            </a:r>
          </a:p>
          <a:p>
            <a:pPr>
              <a:lnSpc>
                <a:spcPct val="90000"/>
              </a:lnSpc>
            </a:pPr>
            <a:r>
              <a:rPr lang="en-US" sz="1400" b="1"/>
              <a:t> Hands-on Labs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Install operator (e.g., database operator)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Deploy app using operator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Modify SCC for privileged container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Test restricted vs privileged workloads 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Simulate cluster update process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001578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944AD-CDE4-6DCD-EE9E-4CB0FFEE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AFF7C-28A9-6F5B-A678-45F27BD7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Day 4: Cluster Lifecycle &amp;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7E90-327B-B97F-E452-C216C229E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r>
              <a:rPr lang="en-US" sz="1800" b="1"/>
              <a:t>Topics</a:t>
            </a:r>
          </a:p>
          <a:p>
            <a:pPr lvl="1"/>
            <a:r>
              <a:rPr lang="en-US" sz="1800"/>
              <a:t>OpenShift upgrade process </a:t>
            </a:r>
          </a:p>
          <a:p>
            <a:pPr lvl="1"/>
            <a:r>
              <a:rPr lang="en-US" sz="1800"/>
              <a:t>Rolling updates </a:t>
            </a:r>
          </a:p>
          <a:p>
            <a:pPr lvl="1"/>
            <a:r>
              <a:rPr lang="en-US" sz="1800"/>
              <a:t>Minimizing downtime </a:t>
            </a:r>
          </a:p>
          <a:p>
            <a:pPr lvl="1"/>
            <a:r>
              <a:rPr lang="en-US" sz="1800"/>
              <a:t>Operator upgrade behavior </a:t>
            </a:r>
          </a:p>
          <a:p>
            <a:r>
              <a:rPr lang="en-US" sz="1800" b="1"/>
              <a:t> Hands-on</a:t>
            </a:r>
          </a:p>
          <a:p>
            <a:pPr lvl="1"/>
            <a:r>
              <a:rPr lang="en-US" sz="1800"/>
              <a:t>Check cluster version </a:t>
            </a:r>
          </a:p>
          <a:p>
            <a:pPr lvl="1"/>
            <a:r>
              <a:rPr lang="en-US" sz="1800"/>
              <a:t>Simulate update flow </a:t>
            </a:r>
          </a:p>
          <a:p>
            <a:pPr lvl="1"/>
            <a:r>
              <a:rPr lang="en-US" sz="1800"/>
              <a:t>Observe operator rollout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10589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EA126-F7AE-2FFB-3C82-C04323BB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200A2-11B7-37F8-0B39-A17B10D1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685" y="1152395"/>
            <a:ext cx="3543706" cy="1903956"/>
          </a:xfrm>
        </p:spPr>
        <p:txBody>
          <a:bodyPr anchor="t">
            <a:normAutofit/>
          </a:bodyPr>
          <a:lstStyle/>
          <a:p>
            <a:pPr algn="r"/>
            <a:r>
              <a:rPr lang="en-US" sz="2800"/>
              <a:t>What Makes This Training Unique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DFBB7-6A65-DD6F-E2AA-7C19622C8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471" y="1152395"/>
            <a:ext cx="4895705" cy="3970750"/>
          </a:xfrm>
        </p:spPr>
        <p:txBody>
          <a:bodyPr anchor="t">
            <a:normAutofit/>
          </a:bodyPr>
          <a:lstStyle/>
          <a:p>
            <a:r>
              <a:rPr lang="en-US" sz="1800"/>
              <a:t>Real AWS OpenShift cluster</a:t>
            </a:r>
          </a:p>
          <a:p>
            <a:r>
              <a:rPr lang="en-US" sz="1800"/>
              <a:t>Production-level setup</a:t>
            </a:r>
          </a:p>
          <a:p>
            <a:r>
              <a:rPr lang="en-US" sz="1800"/>
              <a:t>Hands-on focused</a:t>
            </a:r>
          </a:p>
          <a:p>
            <a:r>
              <a:rPr lang="en-US" sz="1800"/>
              <a:t>Industry use cases</a:t>
            </a:r>
          </a:p>
          <a:p>
            <a:r>
              <a:rPr lang="en-US" sz="1800"/>
              <a:t>Step-by-step labs</a:t>
            </a:r>
          </a:p>
        </p:txBody>
      </p:sp>
    </p:spTree>
    <p:extLst>
      <p:ext uri="{BB962C8B-B14F-4D97-AF65-F5344CB8AC3E}">
        <p14:creationId xmlns:p14="http://schemas.microsoft.com/office/powerpoint/2010/main" val="1831632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875CD-6A0C-E252-10CE-1D22237A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EF37C-0C78-9F4B-0877-F9AB99B3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Tools Covered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2D8A0B-12DB-D4F0-10E4-A1A8A550C0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063722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6377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244C9-A61E-77E0-A466-4C1F9E49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Q&amp;A / Kickoff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FB7240-9FBA-0406-91D3-AFADDD386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98578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6189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</TotalTime>
  <Words>494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Parallax</vt:lpstr>
      <vt:lpstr>OpenShift DO280 – 4 Day Training Program</vt:lpstr>
      <vt:lpstr>Program Overview</vt:lpstr>
      <vt:lpstr>Learning Objectives</vt:lpstr>
      <vt:lpstr>Target Audience</vt:lpstr>
      <vt:lpstr>Training Approach</vt:lpstr>
      <vt:lpstr>Where This Course Fits</vt:lpstr>
      <vt:lpstr>Day 1: Declarative Resource &amp; Packed App</vt:lpstr>
      <vt:lpstr>Authentication &amp; Authorization</vt:lpstr>
      <vt:lpstr>Day 3: Networking &amp; Self-Service</vt:lpstr>
      <vt:lpstr>Day 4: Operators &amp; App Security</vt:lpstr>
      <vt:lpstr>Day 4: Cluster Lifecycle &amp; Updates</vt:lpstr>
      <vt:lpstr>What Makes This Training Unique</vt:lpstr>
      <vt:lpstr>Tools Covered</vt:lpstr>
      <vt:lpstr>Q&amp;A / Kickoff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Venkatraman Venkatasubramanian</dc:creator>
  <cp:lastModifiedBy>Venkatraman Venkatasubramanian</cp:lastModifiedBy>
  <cp:revision>3</cp:revision>
  <dcterms:created xsi:type="dcterms:W3CDTF">2026-03-28T15:25:26Z</dcterms:created>
  <dcterms:modified xsi:type="dcterms:W3CDTF">2026-03-28T16:36:30Z</dcterms:modified>
</cp:coreProperties>
</file>
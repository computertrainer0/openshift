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2" r:id="rId4"/>
    <p:sldId id="273" r:id="rId5"/>
    <p:sldId id="274" r:id="rId6"/>
    <p:sldId id="259" r:id="rId7"/>
    <p:sldId id="260" r:id="rId8"/>
    <p:sldId id="275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6" r:id="rId19"/>
    <p:sldId id="277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7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2765A-B4B7-46BD-B99D-E4E6BC6184D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9D0E39-3448-4689-87AD-2B7B32F3590A}">
      <dgm:prSet/>
      <dgm:spPr/>
      <dgm:t>
        <a:bodyPr/>
        <a:lstStyle/>
        <a:p>
          <a:r>
            <a:rPr lang="en-US"/>
            <a:t>Understand declarative vs imperative</a:t>
          </a:r>
        </a:p>
      </dgm:t>
    </dgm:pt>
    <dgm:pt modelId="{1FF71B08-FD81-4230-ABB9-2DB709B05DF1}" type="parTrans" cxnId="{509B133B-D0DD-4C47-88DD-802D3B4CB2F4}">
      <dgm:prSet/>
      <dgm:spPr/>
      <dgm:t>
        <a:bodyPr/>
        <a:lstStyle/>
        <a:p>
          <a:endParaRPr lang="en-US"/>
        </a:p>
      </dgm:t>
    </dgm:pt>
    <dgm:pt modelId="{82F35D43-1851-4611-831F-F00FC052593D}" type="sibTrans" cxnId="{509B133B-D0DD-4C47-88DD-802D3B4CB2F4}">
      <dgm:prSet/>
      <dgm:spPr/>
      <dgm:t>
        <a:bodyPr/>
        <a:lstStyle/>
        <a:p>
          <a:endParaRPr lang="en-US"/>
        </a:p>
      </dgm:t>
    </dgm:pt>
    <dgm:pt modelId="{FF6AB4B3-2CE0-425E-82C8-94EF144DD6D7}">
      <dgm:prSet/>
      <dgm:spPr/>
      <dgm:t>
        <a:bodyPr/>
        <a:lstStyle/>
        <a:p>
          <a:r>
            <a:rPr lang="en-US"/>
            <a:t>Deploy apps using YAML manifests</a:t>
          </a:r>
        </a:p>
      </dgm:t>
    </dgm:pt>
    <dgm:pt modelId="{E02E02CF-BA6E-42B2-9B7F-3B42BFD0B749}" type="parTrans" cxnId="{DEF3EE90-78A7-49CC-9BE1-BB42174289E2}">
      <dgm:prSet/>
      <dgm:spPr/>
      <dgm:t>
        <a:bodyPr/>
        <a:lstStyle/>
        <a:p>
          <a:endParaRPr lang="en-US"/>
        </a:p>
      </dgm:t>
    </dgm:pt>
    <dgm:pt modelId="{B79151CE-1EAD-4552-956D-4F3C49690753}" type="sibTrans" cxnId="{DEF3EE90-78A7-49CC-9BE1-BB42174289E2}">
      <dgm:prSet/>
      <dgm:spPr/>
      <dgm:t>
        <a:bodyPr/>
        <a:lstStyle/>
        <a:p>
          <a:endParaRPr lang="en-US"/>
        </a:p>
      </dgm:t>
    </dgm:pt>
    <dgm:pt modelId="{CF115300-C434-4EEA-9106-29AD2A8BC583}">
      <dgm:prSet/>
      <dgm:spPr/>
      <dgm:t>
        <a:bodyPr/>
        <a:lstStyle/>
        <a:p>
          <a:r>
            <a:rPr lang="en-US"/>
            <a:t>Expose applications (Service + Route)</a:t>
          </a:r>
        </a:p>
      </dgm:t>
    </dgm:pt>
    <dgm:pt modelId="{B371CF91-1034-4903-9EE5-CE083DE2D38F}" type="parTrans" cxnId="{2B5D4297-2BBD-4E3B-BA9C-6A92FE93638E}">
      <dgm:prSet/>
      <dgm:spPr/>
      <dgm:t>
        <a:bodyPr/>
        <a:lstStyle/>
        <a:p>
          <a:endParaRPr lang="en-US"/>
        </a:p>
      </dgm:t>
    </dgm:pt>
    <dgm:pt modelId="{FC4B66AA-0AC9-4EFE-86AC-F42DCC0F109F}" type="sibTrans" cxnId="{2B5D4297-2BBD-4E3B-BA9C-6A92FE93638E}">
      <dgm:prSet/>
      <dgm:spPr/>
      <dgm:t>
        <a:bodyPr/>
        <a:lstStyle/>
        <a:p>
          <a:endParaRPr lang="en-US"/>
        </a:p>
      </dgm:t>
    </dgm:pt>
    <dgm:pt modelId="{DEDA051B-FE37-4C1F-AA1C-2512B90225C3}">
      <dgm:prSet/>
      <dgm:spPr/>
      <dgm:t>
        <a:bodyPr/>
        <a:lstStyle/>
        <a:p>
          <a:r>
            <a:rPr lang="en-US"/>
            <a:t>Use ConfigMaps and Secrets</a:t>
          </a:r>
        </a:p>
      </dgm:t>
    </dgm:pt>
    <dgm:pt modelId="{DA09156B-70C6-4209-AF0E-18FDFBA972B6}" type="parTrans" cxnId="{7A760B2F-76E7-4212-943A-E884CD5B7C71}">
      <dgm:prSet/>
      <dgm:spPr/>
      <dgm:t>
        <a:bodyPr/>
        <a:lstStyle/>
        <a:p>
          <a:endParaRPr lang="en-US"/>
        </a:p>
      </dgm:t>
    </dgm:pt>
    <dgm:pt modelId="{AF06FC9B-6CF3-4413-B0A2-649E4EAF4584}" type="sibTrans" cxnId="{7A760B2F-76E7-4212-943A-E884CD5B7C71}">
      <dgm:prSet/>
      <dgm:spPr/>
      <dgm:t>
        <a:bodyPr/>
        <a:lstStyle/>
        <a:p>
          <a:endParaRPr lang="en-US"/>
        </a:p>
      </dgm:t>
    </dgm:pt>
    <dgm:pt modelId="{0696CD55-BDEE-4A68-AF67-45E2AB10CF79}">
      <dgm:prSet/>
      <dgm:spPr/>
      <dgm:t>
        <a:bodyPr/>
        <a:lstStyle/>
        <a:p>
          <a:r>
            <a:rPr lang="en-US"/>
            <a:t>Combine CLI and Web Console</a:t>
          </a:r>
        </a:p>
      </dgm:t>
    </dgm:pt>
    <dgm:pt modelId="{D6619899-1774-46EB-BE39-FD7F4D556839}" type="parTrans" cxnId="{9F713C18-63B2-4501-926E-E5628B19F86F}">
      <dgm:prSet/>
      <dgm:spPr/>
      <dgm:t>
        <a:bodyPr/>
        <a:lstStyle/>
        <a:p>
          <a:endParaRPr lang="en-US"/>
        </a:p>
      </dgm:t>
    </dgm:pt>
    <dgm:pt modelId="{4B075C7D-87E3-4300-9798-7184950AB9F3}" type="sibTrans" cxnId="{9F713C18-63B2-4501-926E-E5628B19F86F}">
      <dgm:prSet/>
      <dgm:spPr/>
      <dgm:t>
        <a:bodyPr/>
        <a:lstStyle/>
        <a:p>
          <a:endParaRPr lang="en-US"/>
        </a:p>
      </dgm:t>
    </dgm:pt>
    <dgm:pt modelId="{E1245DE9-E032-44EB-8601-03CF92F3EE7A}" type="pres">
      <dgm:prSet presAssocID="{C162765A-B4B7-46BD-B99D-E4E6BC6184DC}" presName="Name0" presStyleCnt="0">
        <dgm:presLayoutVars>
          <dgm:dir/>
          <dgm:resizeHandles val="exact"/>
        </dgm:presLayoutVars>
      </dgm:prSet>
      <dgm:spPr/>
    </dgm:pt>
    <dgm:pt modelId="{798BA255-5E9B-4C8D-84CC-CE954A868AEB}" type="pres">
      <dgm:prSet presAssocID="{7A9D0E39-3448-4689-87AD-2B7B32F3590A}" presName="node" presStyleLbl="node1" presStyleIdx="0" presStyleCnt="5">
        <dgm:presLayoutVars>
          <dgm:bulletEnabled val="1"/>
        </dgm:presLayoutVars>
      </dgm:prSet>
      <dgm:spPr/>
    </dgm:pt>
    <dgm:pt modelId="{6DD52187-A0E8-44C9-A8DB-D7E6039C0EE5}" type="pres">
      <dgm:prSet presAssocID="{82F35D43-1851-4611-831F-F00FC052593D}" presName="sibTrans" presStyleLbl="sibTrans1D1" presStyleIdx="0" presStyleCnt="4"/>
      <dgm:spPr/>
    </dgm:pt>
    <dgm:pt modelId="{2C4BD269-CD28-4544-BD00-E366A0971441}" type="pres">
      <dgm:prSet presAssocID="{82F35D43-1851-4611-831F-F00FC052593D}" presName="connectorText" presStyleLbl="sibTrans1D1" presStyleIdx="0" presStyleCnt="4"/>
      <dgm:spPr/>
    </dgm:pt>
    <dgm:pt modelId="{7919E6D9-5BAD-4186-B02E-F365C5D953B3}" type="pres">
      <dgm:prSet presAssocID="{FF6AB4B3-2CE0-425E-82C8-94EF144DD6D7}" presName="node" presStyleLbl="node1" presStyleIdx="1" presStyleCnt="5">
        <dgm:presLayoutVars>
          <dgm:bulletEnabled val="1"/>
        </dgm:presLayoutVars>
      </dgm:prSet>
      <dgm:spPr/>
    </dgm:pt>
    <dgm:pt modelId="{7EF569DE-AD45-46DF-A2C4-3F0E83EB7A76}" type="pres">
      <dgm:prSet presAssocID="{B79151CE-1EAD-4552-956D-4F3C49690753}" presName="sibTrans" presStyleLbl="sibTrans1D1" presStyleIdx="1" presStyleCnt="4"/>
      <dgm:spPr/>
    </dgm:pt>
    <dgm:pt modelId="{18463119-9C33-4A94-A404-517540F50D6A}" type="pres">
      <dgm:prSet presAssocID="{B79151CE-1EAD-4552-956D-4F3C49690753}" presName="connectorText" presStyleLbl="sibTrans1D1" presStyleIdx="1" presStyleCnt="4"/>
      <dgm:spPr/>
    </dgm:pt>
    <dgm:pt modelId="{8E7C027D-F422-437E-A2AA-F39ADA9E0AFC}" type="pres">
      <dgm:prSet presAssocID="{CF115300-C434-4EEA-9106-29AD2A8BC583}" presName="node" presStyleLbl="node1" presStyleIdx="2" presStyleCnt="5">
        <dgm:presLayoutVars>
          <dgm:bulletEnabled val="1"/>
        </dgm:presLayoutVars>
      </dgm:prSet>
      <dgm:spPr/>
    </dgm:pt>
    <dgm:pt modelId="{DF3F92E5-A6F4-41AE-82FD-8307518B9A8F}" type="pres">
      <dgm:prSet presAssocID="{FC4B66AA-0AC9-4EFE-86AC-F42DCC0F109F}" presName="sibTrans" presStyleLbl="sibTrans1D1" presStyleIdx="2" presStyleCnt="4"/>
      <dgm:spPr/>
    </dgm:pt>
    <dgm:pt modelId="{EDD34D0E-E65F-4F46-9510-0F5164C3477A}" type="pres">
      <dgm:prSet presAssocID="{FC4B66AA-0AC9-4EFE-86AC-F42DCC0F109F}" presName="connectorText" presStyleLbl="sibTrans1D1" presStyleIdx="2" presStyleCnt="4"/>
      <dgm:spPr/>
    </dgm:pt>
    <dgm:pt modelId="{0BC6A69E-489C-4319-8C5F-33ADC006381D}" type="pres">
      <dgm:prSet presAssocID="{DEDA051B-FE37-4C1F-AA1C-2512B90225C3}" presName="node" presStyleLbl="node1" presStyleIdx="3" presStyleCnt="5">
        <dgm:presLayoutVars>
          <dgm:bulletEnabled val="1"/>
        </dgm:presLayoutVars>
      </dgm:prSet>
      <dgm:spPr/>
    </dgm:pt>
    <dgm:pt modelId="{DF13487F-7890-42AC-B84B-A149422E4661}" type="pres">
      <dgm:prSet presAssocID="{AF06FC9B-6CF3-4413-B0A2-649E4EAF4584}" presName="sibTrans" presStyleLbl="sibTrans1D1" presStyleIdx="3" presStyleCnt="4"/>
      <dgm:spPr/>
    </dgm:pt>
    <dgm:pt modelId="{08D07866-F20C-4774-9B74-E77AC4FC2748}" type="pres">
      <dgm:prSet presAssocID="{AF06FC9B-6CF3-4413-B0A2-649E4EAF4584}" presName="connectorText" presStyleLbl="sibTrans1D1" presStyleIdx="3" presStyleCnt="4"/>
      <dgm:spPr/>
    </dgm:pt>
    <dgm:pt modelId="{5C6E06C3-1790-40AD-95C2-BFD5A359E03D}" type="pres">
      <dgm:prSet presAssocID="{0696CD55-BDEE-4A68-AF67-45E2AB10CF79}" presName="node" presStyleLbl="node1" presStyleIdx="4" presStyleCnt="5">
        <dgm:presLayoutVars>
          <dgm:bulletEnabled val="1"/>
        </dgm:presLayoutVars>
      </dgm:prSet>
      <dgm:spPr/>
    </dgm:pt>
  </dgm:ptLst>
  <dgm:cxnLst>
    <dgm:cxn modelId="{33154114-A69C-4CB5-9642-C0C67AA962E0}" type="presOf" srcId="{FF6AB4B3-2CE0-425E-82C8-94EF144DD6D7}" destId="{7919E6D9-5BAD-4186-B02E-F365C5D953B3}" srcOrd="0" destOrd="0" presId="urn:microsoft.com/office/officeart/2016/7/layout/RepeatingBendingProcessNew"/>
    <dgm:cxn modelId="{9F713C18-63B2-4501-926E-E5628B19F86F}" srcId="{C162765A-B4B7-46BD-B99D-E4E6BC6184DC}" destId="{0696CD55-BDEE-4A68-AF67-45E2AB10CF79}" srcOrd="4" destOrd="0" parTransId="{D6619899-1774-46EB-BE39-FD7F4D556839}" sibTransId="{4B075C7D-87E3-4300-9798-7184950AB9F3}"/>
    <dgm:cxn modelId="{77634D1E-4F8B-4F32-8D16-DC7E7A894501}" type="presOf" srcId="{FC4B66AA-0AC9-4EFE-86AC-F42DCC0F109F}" destId="{DF3F92E5-A6F4-41AE-82FD-8307518B9A8F}" srcOrd="0" destOrd="0" presId="urn:microsoft.com/office/officeart/2016/7/layout/RepeatingBendingProcessNew"/>
    <dgm:cxn modelId="{8FBE791E-F457-4E0C-96AE-45A6B4BE10E2}" type="presOf" srcId="{B79151CE-1EAD-4552-956D-4F3C49690753}" destId="{7EF569DE-AD45-46DF-A2C4-3F0E83EB7A76}" srcOrd="0" destOrd="0" presId="urn:microsoft.com/office/officeart/2016/7/layout/RepeatingBendingProcessNew"/>
    <dgm:cxn modelId="{C3C34A24-EAE6-4E85-A6BC-B4FED2D2D7CA}" type="presOf" srcId="{CF115300-C434-4EEA-9106-29AD2A8BC583}" destId="{8E7C027D-F422-437E-A2AA-F39ADA9E0AFC}" srcOrd="0" destOrd="0" presId="urn:microsoft.com/office/officeart/2016/7/layout/RepeatingBendingProcessNew"/>
    <dgm:cxn modelId="{2D25962A-6A9B-4D75-B302-05B04F359B44}" type="presOf" srcId="{B79151CE-1EAD-4552-956D-4F3C49690753}" destId="{18463119-9C33-4A94-A404-517540F50D6A}" srcOrd="1" destOrd="0" presId="urn:microsoft.com/office/officeart/2016/7/layout/RepeatingBendingProcessNew"/>
    <dgm:cxn modelId="{7A760B2F-76E7-4212-943A-E884CD5B7C71}" srcId="{C162765A-B4B7-46BD-B99D-E4E6BC6184DC}" destId="{DEDA051B-FE37-4C1F-AA1C-2512B90225C3}" srcOrd="3" destOrd="0" parTransId="{DA09156B-70C6-4209-AF0E-18FDFBA972B6}" sibTransId="{AF06FC9B-6CF3-4413-B0A2-649E4EAF4584}"/>
    <dgm:cxn modelId="{509B133B-D0DD-4C47-88DD-802D3B4CB2F4}" srcId="{C162765A-B4B7-46BD-B99D-E4E6BC6184DC}" destId="{7A9D0E39-3448-4689-87AD-2B7B32F3590A}" srcOrd="0" destOrd="0" parTransId="{1FF71B08-FD81-4230-ABB9-2DB709B05DF1}" sibTransId="{82F35D43-1851-4611-831F-F00FC052593D}"/>
    <dgm:cxn modelId="{1CD58952-E4D5-4256-9DD9-EC6278411F4E}" type="presOf" srcId="{FC4B66AA-0AC9-4EFE-86AC-F42DCC0F109F}" destId="{EDD34D0E-E65F-4F46-9510-0F5164C3477A}" srcOrd="1" destOrd="0" presId="urn:microsoft.com/office/officeart/2016/7/layout/RepeatingBendingProcessNew"/>
    <dgm:cxn modelId="{0A842E53-4CA2-48E8-AD89-1A997659C36C}" type="presOf" srcId="{DEDA051B-FE37-4C1F-AA1C-2512B90225C3}" destId="{0BC6A69E-489C-4319-8C5F-33ADC006381D}" srcOrd="0" destOrd="0" presId="urn:microsoft.com/office/officeart/2016/7/layout/RepeatingBendingProcessNew"/>
    <dgm:cxn modelId="{1F940554-978A-418C-B870-BDF53915BACF}" type="presOf" srcId="{AF06FC9B-6CF3-4413-B0A2-649E4EAF4584}" destId="{DF13487F-7890-42AC-B84B-A149422E4661}" srcOrd="0" destOrd="0" presId="urn:microsoft.com/office/officeart/2016/7/layout/RepeatingBendingProcessNew"/>
    <dgm:cxn modelId="{72B46C77-FCFA-4991-B5F8-AEFDADAAC8E2}" type="presOf" srcId="{82F35D43-1851-4611-831F-F00FC052593D}" destId="{6DD52187-A0E8-44C9-A8DB-D7E6039C0EE5}" srcOrd="0" destOrd="0" presId="urn:microsoft.com/office/officeart/2016/7/layout/RepeatingBendingProcessNew"/>
    <dgm:cxn modelId="{8227DE86-52D2-4D1F-91FA-AFF58CE81938}" type="presOf" srcId="{82F35D43-1851-4611-831F-F00FC052593D}" destId="{2C4BD269-CD28-4544-BD00-E366A0971441}" srcOrd="1" destOrd="0" presId="urn:microsoft.com/office/officeart/2016/7/layout/RepeatingBendingProcessNew"/>
    <dgm:cxn modelId="{DEF3EE90-78A7-49CC-9BE1-BB42174289E2}" srcId="{C162765A-B4B7-46BD-B99D-E4E6BC6184DC}" destId="{FF6AB4B3-2CE0-425E-82C8-94EF144DD6D7}" srcOrd="1" destOrd="0" parTransId="{E02E02CF-BA6E-42B2-9B7F-3B42BFD0B749}" sibTransId="{B79151CE-1EAD-4552-956D-4F3C49690753}"/>
    <dgm:cxn modelId="{2B5D4297-2BBD-4E3B-BA9C-6A92FE93638E}" srcId="{C162765A-B4B7-46BD-B99D-E4E6BC6184DC}" destId="{CF115300-C434-4EEA-9106-29AD2A8BC583}" srcOrd="2" destOrd="0" parTransId="{B371CF91-1034-4903-9EE5-CE083DE2D38F}" sibTransId="{FC4B66AA-0AC9-4EFE-86AC-F42DCC0F109F}"/>
    <dgm:cxn modelId="{86CA18C4-0CD2-4B14-92C5-A70BAC94987A}" type="presOf" srcId="{0696CD55-BDEE-4A68-AF67-45E2AB10CF79}" destId="{5C6E06C3-1790-40AD-95C2-BFD5A359E03D}" srcOrd="0" destOrd="0" presId="urn:microsoft.com/office/officeart/2016/7/layout/RepeatingBendingProcessNew"/>
    <dgm:cxn modelId="{D51810D8-A006-4929-9C0C-24AB0409F7F0}" type="presOf" srcId="{7A9D0E39-3448-4689-87AD-2B7B32F3590A}" destId="{798BA255-5E9B-4C8D-84CC-CE954A868AEB}" srcOrd="0" destOrd="0" presId="urn:microsoft.com/office/officeart/2016/7/layout/RepeatingBendingProcessNew"/>
    <dgm:cxn modelId="{6CAADCE3-EF7F-4174-97F0-C5560FAD7452}" type="presOf" srcId="{AF06FC9B-6CF3-4413-B0A2-649E4EAF4584}" destId="{08D07866-F20C-4774-9B74-E77AC4FC2748}" srcOrd="1" destOrd="0" presId="urn:microsoft.com/office/officeart/2016/7/layout/RepeatingBendingProcessNew"/>
    <dgm:cxn modelId="{D1CA62FF-F7EA-4ADF-9E8A-B72270F56AE0}" type="presOf" srcId="{C162765A-B4B7-46BD-B99D-E4E6BC6184DC}" destId="{E1245DE9-E032-44EB-8601-03CF92F3EE7A}" srcOrd="0" destOrd="0" presId="urn:microsoft.com/office/officeart/2016/7/layout/RepeatingBendingProcessNew"/>
    <dgm:cxn modelId="{83227405-8B4F-416C-AD03-451300F13D32}" type="presParOf" srcId="{E1245DE9-E032-44EB-8601-03CF92F3EE7A}" destId="{798BA255-5E9B-4C8D-84CC-CE954A868AEB}" srcOrd="0" destOrd="0" presId="urn:microsoft.com/office/officeart/2016/7/layout/RepeatingBendingProcessNew"/>
    <dgm:cxn modelId="{8C0235B4-5323-4C30-9885-D4F14AB8895B}" type="presParOf" srcId="{E1245DE9-E032-44EB-8601-03CF92F3EE7A}" destId="{6DD52187-A0E8-44C9-A8DB-D7E6039C0EE5}" srcOrd="1" destOrd="0" presId="urn:microsoft.com/office/officeart/2016/7/layout/RepeatingBendingProcessNew"/>
    <dgm:cxn modelId="{72232BBF-2201-427A-A0F2-84F42AA3A011}" type="presParOf" srcId="{6DD52187-A0E8-44C9-A8DB-D7E6039C0EE5}" destId="{2C4BD269-CD28-4544-BD00-E366A0971441}" srcOrd="0" destOrd="0" presId="urn:microsoft.com/office/officeart/2016/7/layout/RepeatingBendingProcessNew"/>
    <dgm:cxn modelId="{7D4DACAC-2365-49B3-A850-48025672C5E6}" type="presParOf" srcId="{E1245DE9-E032-44EB-8601-03CF92F3EE7A}" destId="{7919E6D9-5BAD-4186-B02E-F365C5D953B3}" srcOrd="2" destOrd="0" presId="urn:microsoft.com/office/officeart/2016/7/layout/RepeatingBendingProcessNew"/>
    <dgm:cxn modelId="{56E28D5A-C73C-4F38-A0A0-7246BCDD154C}" type="presParOf" srcId="{E1245DE9-E032-44EB-8601-03CF92F3EE7A}" destId="{7EF569DE-AD45-46DF-A2C4-3F0E83EB7A76}" srcOrd="3" destOrd="0" presId="urn:microsoft.com/office/officeart/2016/7/layout/RepeatingBendingProcessNew"/>
    <dgm:cxn modelId="{1B31BF8B-7742-451F-9628-E2A2B2EF3361}" type="presParOf" srcId="{7EF569DE-AD45-46DF-A2C4-3F0E83EB7A76}" destId="{18463119-9C33-4A94-A404-517540F50D6A}" srcOrd="0" destOrd="0" presId="urn:microsoft.com/office/officeart/2016/7/layout/RepeatingBendingProcessNew"/>
    <dgm:cxn modelId="{C9DAE7F6-8A6F-420B-BDAA-A92317D3FE34}" type="presParOf" srcId="{E1245DE9-E032-44EB-8601-03CF92F3EE7A}" destId="{8E7C027D-F422-437E-A2AA-F39ADA9E0AFC}" srcOrd="4" destOrd="0" presId="urn:microsoft.com/office/officeart/2016/7/layout/RepeatingBendingProcessNew"/>
    <dgm:cxn modelId="{90B6DF87-2420-4963-BA7E-227692C4431E}" type="presParOf" srcId="{E1245DE9-E032-44EB-8601-03CF92F3EE7A}" destId="{DF3F92E5-A6F4-41AE-82FD-8307518B9A8F}" srcOrd="5" destOrd="0" presId="urn:microsoft.com/office/officeart/2016/7/layout/RepeatingBendingProcessNew"/>
    <dgm:cxn modelId="{3B16403F-0B04-46A2-AC83-CB9370C1099C}" type="presParOf" srcId="{DF3F92E5-A6F4-41AE-82FD-8307518B9A8F}" destId="{EDD34D0E-E65F-4F46-9510-0F5164C3477A}" srcOrd="0" destOrd="0" presId="urn:microsoft.com/office/officeart/2016/7/layout/RepeatingBendingProcessNew"/>
    <dgm:cxn modelId="{3ABF57AC-45B7-4D57-B322-E90DBE985558}" type="presParOf" srcId="{E1245DE9-E032-44EB-8601-03CF92F3EE7A}" destId="{0BC6A69E-489C-4319-8C5F-33ADC006381D}" srcOrd="6" destOrd="0" presId="urn:microsoft.com/office/officeart/2016/7/layout/RepeatingBendingProcessNew"/>
    <dgm:cxn modelId="{40FB39E0-4B8E-4701-813C-45E812B281D4}" type="presParOf" srcId="{E1245DE9-E032-44EB-8601-03CF92F3EE7A}" destId="{DF13487F-7890-42AC-B84B-A149422E4661}" srcOrd="7" destOrd="0" presId="urn:microsoft.com/office/officeart/2016/7/layout/RepeatingBendingProcessNew"/>
    <dgm:cxn modelId="{563123CD-B398-48E6-BA58-E377D3AA3E94}" type="presParOf" srcId="{DF13487F-7890-42AC-B84B-A149422E4661}" destId="{08D07866-F20C-4774-9B74-E77AC4FC2748}" srcOrd="0" destOrd="0" presId="urn:microsoft.com/office/officeart/2016/7/layout/RepeatingBendingProcessNew"/>
    <dgm:cxn modelId="{E3870E97-BB53-444E-906D-87A6F1B40D2C}" type="presParOf" srcId="{E1245DE9-E032-44EB-8601-03CF92F3EE7A}" destId="{5C6E06C3-1790-40AD-95C2-BFD5A359E03D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111AF5-707B-41C7-9543-3B4C13521DF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97DF7B-5E5C-4503-9967-0AC2CABDBF6B}">
      <dgm:prSet/>
      <dgm:spPr/>
      <dgm:t>
        <a:bodyPr/>
        <a:lstStyle/>
        <a:p>
          <a:r>
            <a:rPr lang="en-US"/>
            <a:t>Control Plane (Masters)</a:t>
          </a:r>
        </a:p>
      </dgm:t>
    </dgm:pt>
    <dgm:pt modelId="{F595A662-39A0-4486-B623-ED970F5F9799}" type="parTrans" cxnId="{D397E7D5-5308-4C60-97DE-64F247872A18}">
      <dgm:prSet/>
      <dgm:spPr/>
      <dgm:t>
        <a:bodyPr/>
        <a:lstStyle/>
        <a:p>
          <a:endParaRPr lang="en-US"/>
        </a:p>
      </dgm:t>
    </dgm:pt>
    <dgm:pt modelId="{F88212A5-434C-4A70-A025-7C77EF60FB26}" type="sibTrans" cxnId="{D397E7D5-5308-4C60-97DE-64F247872A18}">
      <dgm:prSet/>
      <dgm:spPr/>
      <dgm:t>
        <a:bodyPr/>
        <a:lstStyle/>
        <a:p>
          <a:endParaRPr lang="en-US"/>
        </a:p>
      </dgm:t>
    </dgm:pt>
    <dgm:pt modelId="{F34F38C7-9D1E-4E80-AD68-6DC6BBE0D91B}">
      <dgm:prSet/>
      <dgm:spPr/>
      <dgm:t>
        <a:bodyPr/>
        <a:lstStyle/>
        <a:p>
          <a:r>
            <a:rPr lang="en-US"/>
            <a:t>Worker Nodes</a:t>
          </a:r>
        </a:p>
      </dgm:t>
    </dgm:pt>
    <dgm:pt modelId="{BA46755E-742C-46B6-A4A2-A6BAB1E2ACED}" type="parTrans" cxnId="{E2906F8D-7974-4A9A-9A4E-DF1C1C09C626}">
      <dgm:prSet/>
      <dgm:spPr/>
      <dgm:t>
        <a:bodyPr/>
        <a:lstStyle/>
        <a:p>
          <a:endParaRPr lang="en-US"/>
        </a:p>
      </dgm:t>
    </dgm:pt>
    <dgm:pt modelId="{DE7848A7-14B1-41CF-A754-CFE2553F0D62}" type="sibTrans" cxnId="{E2906F8D-7974-4A9A-9A4E-DF1C1C09C626}">
      <dgm:prSet/>
      <dgm:spPr/>
      <dgm:t>
        <a:bodyPr/>
        <a:lstStyle/>
        <a:p>
          <a:endParaRPr lang="en-US"/>
        </a:p>
      </dgm:t>
    </dgm:pt>
    <dgm:pt modelId="{E378F981-B124-4FAD-9148-4BFDCE093D84}">
      <dgm:prSet/>
      <dgm:spPr/>
      <dgm:t>
        <a:bodyPr/>
        <a:lstStyle/>
        <a:p>
          <a:r>
            <a:rPr lang="en-US"/>
            <a:t>API Server, Scheduler, etcd</a:t>
          </a:r>
        </a:p>
      </dgm:t>
    </dgm:pt>
    <dgm:pt modelId="{CCD58CBF-B277-41AC-AAF4-8A136E71FF75}" type="parTrans" cxnId="{1CFE8AF5-3756-47CF-A472-833CBDEC5951}">
      <dgm:prSet/>
      <dgm:spPr/>
      <dgm:t>
        <a:bodyPr/>
        <a:lstStyle/>
        <a:p>
          <a:endParaRPr lang="en-US"/>
        </a:p>
      </dgm:t>
    </dgm:pt>
    <dgm:pt modelId="{3A5E1E0F-FD8A-4916-B8BB-ABCFD1ED5158}" type="sibTrans" cxnId="{1CFE8AF5-3756-47CF-A472-833CBDEC5951}">
      <dgm:prSet/>
      <dgm:spPr/>
      <dgm:t>
        <a:bodyPr/>
        <a:lstStyle/>
        <a:p>
          <a:endParaRPr lang="en-US"/>
        </a:p>
      </dgm:t>
    </dgm:pt>
    <dgm:pt modelId="{C46F8A2C-3DFD-4F21-AEC6-9AF53A79E6A7}">
      <dgm:prSet/>
      <dgm:spPr/>
      <dgm:t>
        <a:bodyPr/>
        <a:lstStyle/>
        <a:p>
          <a:r>
            <a:rPr lang="en-US"/>
            <a:t>Operators manage platform components</a:t>
          </a:r>
        </a:p>
      </dgm:t>
    </dgm:pt>
    <dgm:pt modelId="{6896F0E1-4D8B-4248-9E67-9BDF9CDAB38A}" type="parTrans" cxnId="{3CAD754B-96EF-41CB-B6AF-BBC1B5F3B0D3}">
      <dgm:prSet/>
      <dgm:spPr/>
      <dgm:t>
        <a:bodyPr/>
        <a:lstStyle/>
        <a:p>
          <a:endParaRPr lang="en-US"/>
        </a:p>
      </dgm:t>
    </dgm:pt>
    <dgm:pt modelId="{4288A5E9-87B9-4F95-A124-226A44C1966E}" type="sibTrans" cxnId="{3CAD754B-96EF-41CB-B6AF-BBC1B5F3B0D3}">
      <dgm:prSet/>
      <dgm:spPr/>
      <dgm:t>
        <a:bodyPr/>
        <a:lstStyle/>
        <a:p>
          <a:endParaRPr lang="en-US"/>
        </a:p>
      </dgm:t>
    </dgm:pt>
    <dgm:pt modelId="{1B54628C-CE5C-4B4A-A50B-E96BF88F7490}">
      <dgm:prSet/>
      <dgm:spPr/>
      <dgm:t>
        <a:bodyPr/>
        <a:lstStyle/>
        <a:p>
          <a:r>
            <a:rPr lang="en-US"/>
            <a:t>Example: 3 masters + 3 workers</a:t>
          </a:r>
        </a:p>
      </dgm:t>
    </dgm:pt>
    <dgm:pt modelId="{106A5B7E-3F3E-4EDA-8E31-CB9DAB5A36F9}" type="parTrans" cxnId="{4E671297-5C3B-46B6-AC49-5B67E5FAE44E}">
      <dgm:prSet/>
      <dgm:spPr/>
      <dgm:t>
        <a:bodyPr/>
        <a:lstStyle/>
        <a:p>
          <a:endParaRPr lang="en-US"/>
        </a:p>
      </dgm:t>
    </dgm:pt>
    <dgm:pt modelId="{87B8DF19-6937-4C1C-ACF3-813DB8027137}" type="sibTrans" cxnId="{4E671297-5C3B-46B6-AC49-5B67E5FAE44E}">
      <dgm:prSet/>
      <dgm:spPr/>
      <dgm:t>
        <a:bodyPr/>
        <a:lstStyle/>
        <a:p>
          <a:endParaRPr lang="en-US"/>
        </a:p>
      </dgm:t>
    </dgm:pt>
    <dgm:pt modelId="{00C6ACA3-D8D4-4441-8AA3-D0FBB82EED06}" type="pres">
      <dgm:prSet presAssocID="{49111AF5-707B-41C7-9543-3B4C13521DF9}" presName="outerComposite" presStyleCnt="0">
        <dgm:presLayoutVars>
          <dgm:chMax val="5"/>
          <dgm:dir/>
          <dgm:resizeHandles val="exact"/>
        </dgm:presLayoutVars>
      </dgm:prSet>
      <dgm:spPr/>
    </dgm:pt>
    <dgm:pt modelId="{BC51ED78-5CC7-4E34-B25C-AEAC362535C5}" type="pres">
      <dgm:prSet presAssocID="{49111AF5-707B-41C7-9543-3B4C13521DF9}" presName="dummyMaxCanvas" presStyleCnt="0">
        <dgm:presLayoutVars/>
      </dgm:prSet>
      <dgm:spPr/>
    </dgm:pt>
    <dgm:pt modelId="{648355CF-80BE-44F5-A0B2-F0B47861CE64}" type="pres">
      <dgm:prSet presAssocID="{49111AF5-707B-41C7-9543-3B4C13521DF9}" presName="FiveNodes_1" presStyleLbl="node1" presStyleIdx="0" presStyleCnt="5">
        <dgm:presLayoutVars>
          <dgm:bulletEnabled val="1"/>
        </dgm:presLayoutVars>
      </dgm:prSet>
      <dgm:spPr/>
    </dgm:pt>
    <dgm:pt modelId="{531CDF30-1369-42B3-89C3-F97FD85C5FA3}" type="pres">
      <dgm:prSet presAssocID="{49111AF5-707B-41C7-9543-3B4C13521DF9}" presName="FiveNodes_2" presStyleLbl="node1" presStyleIdx="1" presStyleCnt="5">
        <dgm:presLayoutVars>
          <dgm:bulletEnabled val="1"/>
        </dgm:presLayoutVars>
      </dgm:prSet>
      <dgm:spPr/>
    </dgm:pt>
    <dgm:pt modelId="{37088C71-F914-4AFE-AE5A-9CDD67DEDF0F}" type="pres">
      <dgm:prSet presAssocID="{49111AF5-707B-41C7-9543-3B4C13521DF9}" presName="FiveNodes_3" presStyleLbl="node1" presStyleIdx="2" presStyleCnt="5">
        <dgm:presLayoutVars>
          <dgm:bulletEnabled val="1"/>
        </dgm:presLayoutVars>
      </dgm:prSet>
      <dgm:spPr/>
    </dgm:pt>
    <dgm:pt modelId="{E9ABD413-C100-432B-9BA3-BD31EE9DFDFC}" type="pres">
      <dgm:prSet presAssocID="{49111AF5-707B-41C7-9543-3B4C13521DF9}" presName="FiveNodes_4" presStyleLbl="node1" presStyleIdx="3" presStyleCnt="5">
        <dgm:presLayoutVars>
          <dgm:bulletEnabled val="1"/>
        </dgm:presLayoutVars>
      </dgm:prSet>
      <dgm:spPr/>
    </dgm:pt>
    <dgm:pt modelId="{9F1A3C9F-9CDD-4E93-B55A-1F72E9063528}" type="pres">
      <dgm:prSet presAssocID="{49111AF5-707B-41C7-9543-3B4C13521DF9}" presName="FiveNodes_5" presStyleLbl="node1" presStyleIdx="4" presStyleCnt="5">
        <dgm:presLayoutVars>
          <dgm:bulletEnabled val="1"/>
        </dgm:presLayoutVars>
      </dgm:prSet>
      <dgm:spPr/>
    </dgm:pt>
    <dgm:pt modelId="{5E634833-EA31-43FB-B1F6-6D96EB075547}" type="pres">
      <dgm:prSet presAssocID="{49111AF5-707B-41C7-9543-3B4C13521DF9}" presName="FiveConn_1-2" presStyleLbl="fgAccFollowNode1" presStyleIdx="0" presStyleCnt="4">
        <dgm:presLayoutVars>
          <dgm:bulletEnabled val="1"/>
        </dgm:presLayoutVars>
      </dgm:prSet>
      <dgm:spPr/>
    </dgm:pt>
    <dgm:pt modelId="{C65523CE-7A6F-4DA1-86CA-8CFE4139367A}" type="pres">
      <dgm:prSet presAssocID="{49111AF5-707B-41C7-9543-3B4C13521DF9}" presName="FiveConn_2-3" presStyleLbl="fgAccFollowNode1" presStyleIdx="1" presStyleCnt="4">
        <dgm:presLayoutVars>
          <dgm:bulletEnabled val="1"/>
        </dgm:presLayoutVars>
      </dgm:prSet>
      <dgm:spPr/>
    </dgm:pt>
    <dgm:pt modelId="{6DBF2AC7-1C4A-4C70-BCFF-ED21928660A5}" type="pres">
      <dgm:prSet presAssocID="{49111AF5-707B-41C7-9543-3B4C13521DF9}" presName="FiveConn_3-4" presStyleLbl="fgAccFollowNode1" presStyleIdx="2" presStyleCnt="4">
        <dgm:presLayoutVars>
          <dgm:bulletEnabled val="1"/>
        </dgm:presLayoutVars>
      </dgm:prSet>
      <dgm:spPr/>
    </dgm:pt>
    <dgm:pt modelId="{3992972F-A9CA-4C47-ABBB-68A608C86EE1}" type="pres">
      <dgm:prSet presAssocID="{49111AF5-707B-41C7-9543-3B4C13521DF9}" presName="FiveConn_4-5" presStyleLbl="fgAccFollowNode1" presStyleIdx="3" presStyleCnt="4">
        <dgm:presLayoutVars>
          <dgm:bulletEnabled val="1"/>
        </dgm:presLayoutVars>
      </dgm:prSet>
      <dgm:spPr/>
    </dgm:pt>
    <dgm:pt modelId="{A15E2DC7-748D-49C7-B76F-BC4DFA24EE7F}" type="pres">
      <dgm:prSet presAssocID="{49111AF5-707B-41C7-9543-3B4C13521DF9}" presName="FiveNodes_1_text" presStyleLbl="node1" presStyleIdx="4" presStyleCnt="5">
        <dgm:presLayoutVars>
          <dgm:bulletEnabled val="1"/>
        </dgm:presLayoutVars>
      </dgm:prSet>
      <dgm:spPr/>
    </dgm:pt>
    <dgm:pt modelId="{33B4EE3A-B420-436B-8037-EB127C377039}" type="pres">
      <dgm:prSet presAssocID="{49111AF5-707B-41C7-9543-3B4C13521DF9}" presName="FiveNodes_2_text" presStyleLbl="node1" presStyleIdx="4" presStyleCnt="5">
        <dgm:presLayoutVars>
          <dgm:bulletEnabled val="1"/>
        </dgm:presLayoutVars>
      </dgm:prSet>
      <dgm:spPr/>
    </dgm:pt>
    <dgm:pt modelId="{7D82EF1F-FB22-4A1C-8979-13F950AEC7A8}" type="pres">
      <dgm:prSet presAssocID="{49111AF5-707B-41C7-9543-3B4C13521DF9}" presName="FiveNodes_3_text" presStyleLbl="node1" presStyleIdx="4" presStyleCnt="5">
        <dgm:presLayoutVars>
          <dgm:bulletEnabled val="1"/>
        </dgm:presLayoutVars>
      </dgm:prSet>
      <dgm:spPr/>
    </dgm:pt>
    <dgm:pt modelId="{69E3CA94-455C-4BD8-8E81-0A4F69E68172}" type="pres">
      <dgm:prSet presAssocID="{49111AF5-707B-41C7-9543-3B4C13521DF9}" presName="FiveNodes_4_text" presStyleLbl="node1" presStyleIdx="4" presStyleCnt="5">
        <dgm:presLayoutVars>
          <dgm:bulletEnabled val="1"/>
        </dgm:presLayoutVars>
      </dgm:prSet>
      <dgm:spPr/>
    </dgm:pt>
    <dgm:pt modelId="{E5C3943E-6793-410E-B846-C6A8A6F44E40}" type="pres">
      <dgm:prSet presAssocID="{49111AF5-707B-41C7-9543-3B4C13521DF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37A6001-8D8F-4555-B422-98BCC93DDE66}" type="presOf" srcId="{1B54628C-CE5C-4B4A-A50B-E96BF88F7490}" destId="{E5C3943E-6793-410E-B846-C6A8A6F44E40}" srcOrd="1" destOrd="0" presId="urn:microsoft.com/office/officeart/2005/8/layout/vProcess5"/>
    <dgm:cxn modelId="{8A1ED702-7EF4-44DB-842C-D4281C955904}" type="presOf" srcId="{5B97DF7B-5E5C-4503-9967-0AC2CABDBF6B}" destId="{A15E2DC7-748D-49C7-B76F-BC4DFA24EE7F}" srcOrd="1" destOrd="0" presId="urn:microsoft.com/office/officeart/2005/8/layout/vProcess5"/>
    <dgm:cxn modelId="{A322A52D-3691-45BB-85B3-36378B9767B9}" type="presOf" srcId="{5B97DF7B-5E5C-4503-9967-0AC2CABDBF6B}" destId="{648355CF-80BE-44F5-A0B2-F0B47861CE64}" srcOrd="0" destOrd="0" presId="urn:microsoft.com/office/officeart/2005/8/layout/vProcess5"/>
    <dgm:cxn modelId="{E1241340-4EA6-4FBF-80FE-AF76A0DBEB00}" type="presOf" srcId="{F34F38C7-9D1E-4E80-AD68-6DC6BBE0D91B}" destId="{33B4EE3A-B420-436B-8037-EB127C377039}" srcOrd="1" destOrd="0" presId="urn:microsoft.com/office/officeart/2005/8/layout/vProcess5"/>
    <dgm:cxn modelId="{BE514B4A-A098-4E05-9EA1-746520DFE8AC}" type="presOf" srcId="{E378F981-B124-4FAD-9148-4BFDCE093D84}" destId="{7D82EF1F-FB22-4A1C-8979-13F950AEC7A8}" srcOrd="1" destOrd="0" presId="urn:microsoft.com/office/officeart/2005/8/layout/vProcess5"/>
    <dgm:cxn modelId="{3CAD754B-96EF-41CB-B6AF-BBC1B5F3B0D3}" srcId="{49111AF5-707B-41C7-9543-3B4C13521DF9}" destId="{C46F8A2C-3DFD-4F21-AEC6-9AF53A79E6A7}" srcOrd="3" destOrd="0" parTransId="{6896F0E1-4D8B-4248-9E67-9BDF9CDAB38A}" sibTransId="{4288A5E9-87B9-4F95-A124-226A44C1966E}"/>
    <dgm:cxn modelId="{A363E24B-8CEB-4527-9E5E-0F7035E35C87}" type="presOf" srcId="{1B54628C-CE5C-4B4A-A50B-E96BF88F7490}" destId="{9F1A3C9F-9CDD-4E93-B55A-1F72E9063528}" srcOrd="0" destOrd="0" presId="urn:microsoft.com/office/officeart/2005/8/layout/vProcess5"/>
    <dgm:cxn modelId="{1757DE53-CA1A-4D65-918D-456684357460}" type="presOf" srcId="{3A5E1E0F-FD8A-4916-B8BB-ABCFD1ED5158}" destId="{6DBF2AC7-1C4A-4C70-BCFF-ED21928660A5}" srcOrd="0" destOrd="0" presId="urn:microsoft.com/office/officeart/2005/8/layout/vProcess5"/>
    <dgm:cxn modelId="{457E297D-3E44-4F81-AC8B-B871C3EC2E75}" type="presOf" srcId="{C46F8A2C-3DFD-4F21-AEC6-9AF53A79E6A7}" destId="{E9ABD413-C100-432B-9BA3-BD31EE9DFDFC}" srcOrd="0" destOrd="0" presId="urn:microsoft.com/office/officeart/2005/8/layout/vProcess5"/>
    <dgm:cxn modelId="{E2906F8D-7974-4A9A-9A4E-DF1C1C09C626}" srcId="{49111AF5-707B-41C7-9543-3B4C13521DF9}" destId="{F34F38C7-9D1E-4E80-AD68-6DC6BBE0D91B}" srcOrd="1" destOrd="0" parTransId="{BA46755E-742C-46B6-A4A2-A6BAB1E2ACED}" sibTransId="{DE7848A7-14B1-41CF-A754-CFE2553F0D62}"/>
    <dgm:cxn modelId="{4E671297-5C3B-46B6-AC49-5B67E5FAE44E}" srcId="{49111AF5-707B-41C7-9543-3B4C13521DF9}" destId="{1B54628C-CE5C-4B4A-A50B-E96BF88F7490}" srcOrd="4" destOrd="0" parTransId="{106A5B7E-3F3E-4EDA-8E31-CB9DAB5A36F9}" sibTransId="{87B8DF19-6937-4C1C-ACF3-813DB8027137}"/>
    <dgm:cxn modelId="{78D4EE9F-17F2-4EB6-BE51-B2BAF324677C}" type="presOf" srcId="{DE7848A7-14B1-41CF-A754-CFE2553F0D62}" destId="{C65523CE-7A6F-4DA1-86CA-8CFE4139367A}" srcOrd="0" destOrd="0" presId="urn:microsoft.com/office/officeart/2005/8/layout/vProcess5"/>
    <dgm:cxn modelId="{F60F63A6-D765-4541-A623-1589433CA8B9}" type="presOf" srcId="{C46F8A2C-3DFD-4F21-AEC6-9AF53A79E6A7}" destId="{69E3CA94-455C-4BD8-8E81-0A4F69E68172}" srcOrd="1" destOrd="0" presId="urn:microsoft.com/office/officeart/2005/8/layout/vProcess5"/>
    <dgm:cxn modelId="{AEA3CCBC-161B-4EFA-9B4B-21AD0AD64DE2}" type="presOf" srcId="{F34F38C7-9D1E-4E80-AD68-6DC6BBE0D91B}" destId="{531CDF30-1369-42B3-89C3-F97FD85C5FA3}" srcOrd="0" destOrd="0" presId="urn:microsoft.com/office/officeart/2005/8/layout/vProcess5"/>
    <dgm:cxn modelId="{88A391D5-00C5-4724-804D-7654889754CE}" type="presOf" srcId="{49111AF5-707B-41C7-9543-3B4C13521DF9}" destId="{00C6ACA3-D8D4-4441-8AA3-D0FBB82EED06}" srcOrd="0" destOrd="0" presId="urn:microsoft.com/office/officeart/2005/8/layout/vProcess5"/>
    <dgm:cxn modelId="{D397E7D5-5308-4C60-97DE-64F247872A18}" srcId="{49111AF5-707B-41C7-9543-3B4C13521DF9}" destId="{5B97DF7B-5E5C-4503-9967-0AC2CABDBF6B}" srcOrd="0" destOrd="0" parTransId="{F595A662-39A0-4486-B623-ED970F5F9799}" sibTransId="{F88212A5-434C-4A70-A025-7C77EF60FB26}"/>
    <dgm:cxn modelId="{2F05DDDD-B0E5-4D5E-97C5-15F60C0E6C50}" type="presOf" srcId="{F88212A5-434C-4A70-A025-7C77EF60FB26}" destId="{5E634833-EA31-43FB-B1F6-6D96EB075547}" srcOrd="0" destOrd="0" presId="urn:microsoft.com/office/officeart/2005/8/layout/vProcess5"/>
    <dgm:cxn modelId="{FCE4A2E2-C49A-4FCF-AF18-3FEE44267C78}" type="presOf" srcId="{E378F981-B124-4FAD-9148-4BFDCE093D84}" destId="{37088C71-F914-4AFE-AE5A-9CDD67DEDF0F}" srcOrd="0" destOrd="0" presId="urn:microsoft.com/office/officeart/2005/8/layout/vProcess5"/>
    <dgm:cxn modelId="{1CFE8AF5-3756-47CF-A472-833CBDEC5951}" srcId="{49111AF5-707B-41C7-9543-3B4C13521DF9}" destId="{E378F981-B124-4FAD-9148-4BFDCE093D84}" srcOrd="2" destOrd="0" parTransId="{CCD58CBF-B277-41AC-AAF4-8A136E71FF75}" sibTransId="{3A5E1E0F-FD8A-4916-B8BB-ABCFD1ED5158}"/>
    <dgm:cxn modelId="{5A18B2F9-ECB0-41C2-995F-6B9939BB335E}" type="presOf" srcId="{4288A5E9-87B9-4F95-A124-226A44C1966E}" destId="{3992972F-A9CA-4C47-ABBB-68A608C86EE1}" srcOrd="0" destOrd="0" presId="urn:microsoft.com/office/officeart/2005/8/layout/vProcess5"/>
    <dgm:cxn modelId="{9BF38210-80B0-4B08-BC0B-7BA7B899D077}" type="presParOf" srcId="{00C6ACA3-D8D4-4441-8AA3-D0FBB82EED06}" destId="{BC51ED78-5CC7-4E34-B25C-AEAC362535C5}" srcOrd="0" destOrd="0" presId="urn:microsoft.com/office/officeart/2005/8/layout/vProcess5"/>
    <dgm:cxn modelId="{2451B194-47B7-4B2D-8AD3-54C9AE74BE6C}" type="presParOf" srcId="{00C6ACA3-D8D4-4441-8AA3-D0FBB82EED06}" destId="{648355CF-80BE-44F5-A0B2-F0B47861CE64}" srcOrd="1" destOrd="0" presId="urn:microsoft.com/office/officeart/2005/8/layout/vProcess5"/>
    <dgm:cxn modelId="{9BCD46E3-0E0E-4160-964F-E07AE3FEF347}" type="presParOf" srcId="{00C6ACA3-D8D4-4441-8AA3-D0FBB82EED06}" destId="{531CDF30-1369-42B3-89C3-F97FD85C5FA3}" srcOrd="2" destOrd="0" presId="urn:microsoft.com/office/officeart/2005/8/layout/vProcess5"/>
    <dgm:cxn modelId="{EE5ECF1F-DF05-4D2C-A4E0-8DD75E3C9F40}" type="presParOf" srcId="{00C6ACA3-D8D4-4441-8AA3-D0FBB82EED06}" destId="{37088C71-F914-4AFE-AE5A-9CDD67DEDF0F}" srcOrd="3" destOrd="0" presId="urn:microsoft.com/office/officeart/2005/8/layout/vProcess5"/>
    <dgm:cxn modelId="{641D272B-FC56-44B0-9342-D448E5C3CF96}" type="presParOf" srcId="{00C6ACA3-D8D4-4441-8AA3-D0FBB82EED06}" destId="{E9ABD413-C100-432B-9BA3-BD31EE9DFDFC}" srcOrd="4" destOrd="0" presId="urn:microsoft.com/office/officeart/2005/8/layout/vProcess5"/>
    <dgm:cxn modelId="{66569831-656D-4F91-B012-8E50FCD524B0}" type="presParOf" srcId="{00C6ACA3-D8D4-4441-8AA3-D0FBB82EED06}" destId="{9F1A3C9F-9CDD-4E93-B55A-1F72E9063528}" srcOrd="5" destOrd="0" presId="urn:microsoft.com/office/officeart/2005/8/layout/vProcess5"/>
    <dgm:cxn modelId="{708CAA08-07E7-467C-A787-C547626E4957}" type="presParOf" srcId="{00C6ACA3-D8D4-4441-8AA3-D0FBB82EED06}" destId="{5E634833-EA31-43FB-B1F6-6D96EB075547}" srcOrd="6" destOrd="0" presId="urn:microsoft.com/office/officeart/2005/8/layout/vProcess5"/>
    <dgm:cxn modelId="{7C88E9DE-809F-41AB-98B9-DCD9C21A4BF9}" type="presParOf" srcId="{00C6ACA3-D8D4-4441-8AA3-D0FBB82EED06}" destId="{C65523CE-7A6F-4DA1-86CA-8CFE4139367A}" srcOrd="7" destOrd="0" presId="urn:microsoft.com/office/officeart/2005/8/layout/vProcess5"/>
    <dgm:cxn modelId="{9F5C99FC-531F-4470-8024-D67A8F94BE93}" type="presParOf" srcId="{00C6ACA3-D8D4-4441-8AA3-D0FBB82EED06}" destId="{6DBF2AC7-1C4A-4C70-BCFF-ED21928660A5}" srcOrd="8" destOrd="0" presId="urn:microsoft.com/office/officeart/2005/8/layout/vProcess5"/>
    <dgm:cxn modelId="{42C8A9AA-4E9B-4339-BBA9-CD3F65B1EBF8}" type="presParOf" srcId="{00C6ACA3-D8D4-4441-8AA3-D0FBB82EED06}" destId="{3992972F-A9CA-4C47-ABBB-68A608C86EE1}" srcOrd="9" destOrd="0" presId="urn:microsoft.com/office/officeart/2005/8/layout/vProcess5"/>
    <dgm:cxn modelId="{9586533B-0CE9-4AF6-886F-1A8021334D30}" type="presParOf" srcId="{00C6ACA3-D8D4-4441-8AA3-D0FBB82EED06}" destId="{A15E2DC7-748D-49C7-B76F-BC4DFA24EE7F}" srcOrd="10" destOrd="0" presId="urn:microsoft.com/office/officeart/2005/8/layout/vProcess5"/>
    <dgm:cxn modelId="{37FFD758-E23B-4C55-BC8E-F3733F16121F}" type="presParOf" srcId="{00C6ACA3-D8D4-4441-8AA3-D0FBB82EED06}" destId="{33B4EE3A-B420-436B-8037-EB127C377039}" srcOrd="11" destOrd="0" presId="urn:microsoft.com/office/officeart/2005/8/layout/vProcess5"/>
    <dgm:cxn modelId="{D935717F-8442-4F23-86E7-40F34F963411}" type="presParOf" srcId="{00C6ACA3-D8D4-4441-8AA3-D0FBB82EED06}" destId="{7D82EF1F-FB22-4A1C-8979-13F950AEC7A8}" srcOrd="12" destOrd="0" presId="urn:microsoft.com/office/officeart/2005/8/layout/vProcess5"/>
    <dgm:cxn modelId="{C343BE13-7FBC-4F60-8747-BAB1179FC810}" type="presParOf" srcId="{00C6ACA3-D8D4-4441-8AA3-D0FBB82EED06}" destId="{69E3CA94-455C-4BD8-8E81-0A4F69E68172}" srcOrd="13" destOrd="0" presId="urn:microsoft.com/office/officeart/2005/8/layout/vProcess5"/>
    <dgm:cxn modelId="{1D369471-CEA0-4130-AB3D-A7C51E26C0FB}" type="presParOf" srcId="{00C6ACA3-D8D4-4441-8AA3-D0FBB82EED06}" destId="{E5C3943E-6793-410E-B846-C6A8A6F44E4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46F842-D0BD-41F2-8C14-3C111B52298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4DDE891-E9AA-49C5-8952-1507DA9F6897}">
      <dgm:prSet/>
      <dgm:spPr/>
      <dgm:t>
        <a:bodyPr/>
        <a:lstStyle/>
        <a:p>
          <a:r>
            <a:rPr lang="en-US"/>
            <a:t>Imperative: Execute commands directly</a:t>
          </a:r>
        </a:p>
      </dgm:t>
    </dgm:pt>
    <dgm:pt modelId="{5A6BE8E3-460B-4A75-BFA5-4950F7847A1D}" type="parTrans" cxnId="{DB734FA0-5D48-41E8-92D9-A73588B2B68C}">
      <dgm:prSet/>
      <dgm:spPr/>
      <dgm:t>
        <a:bodyPr/>
        <a:lstStyle/>
        <a:p>
          <a:endParaRPr lang="en-US"/>
        </a:p>
      </dgm:t>
    </dgm:pt>
    <dgm:pt modelId="{321B8B1D-35FA-442E-B53B-BEF4B9BE43F8}" type="sibTrans" cxnId="{DB734FA0-5D48-41E8-92D9-A73588B2B68C}">
      <dgm:prSet/>
      <dgm:spPr/>
      <dgm:t>
        <a:bodyPr/>
        <a:lstStyle/>
        <a:p>
          <a:endParaRPr lang="en-US"/>
        </a:p>
      </dgm:t>
    </dgm:pt>
    <dgm:pt modelId="{A489F8CA-855F-4C56-A51C-968BD1863569}">
      <dgm:prSet/>
      <dgm:spPr/>
      <dgm:t>
        <a:bodyPr/>
        <a:lstStyle/>
        <a:p>
          <a:r>
            <a:rPr lang="en-US"/>
            <a:t>Declarative: Define desired state in YAML</a:t>
          </a:r>
        </a:p>
      </dgm:t>
    </dgm:pt>
    <dgm:pt modelId="{549CA46B-C4F6-407F-BA1E-BD3D650A2568}" type="parTrans" cxnId="{8EF12191-44B8-407A-A787-33EBC4A58B82}">
      <dgm:prSet/>
      <dgm:spPr/>
      <dgm:t>
        <a:bodyPr/>
        <a:lstStyle/>
        <a:p>
          <a:endParaRPr lang="en-US"/>
        </a:p>
      </dgm:t>
    </dgm:pt>
    <dgm:pt modelId="{71EF5601-FFD3-4427-9EC7-503BDC06463B}" type="sibTrans" cxnId="{8EF12191-44B8-407A-A787-33EBC4A58B82}">
      <dgm:prSet/>
      <dgm:spPr/>
      <dgm:t>
        <a:bodyPr/>
        <a:lstStyle/>
        <a:p>
          <a:endParaRPr lang="en-US"/>
        </a:p>
      </dgm:t>
    </dgm:pt>
    <dgm:pt modelId="{2F111822-36B2-43FA-9875-043A020ED6EA}">
      <dgm:prSet/>
      <dgm:spPr/>
      <dgm:t>
        <a:bodyPr/>
        <a:lstStyle/>
        <a:p>
          <a:r>
            <a:rPr lang="en-US"/>
            <a:t>OpenShift reconciles actual vs desired</a:t>
          </a:r>
        </a:p>
      </dgm:t>
    </dgm:pt>
    <dgm:pt modelId="{E39D7BE9-0463-4F12-A16D-6F3FAEEB848A}" type="parTrans" cxnId="{6D5D2294-6C5E-4946-8951-BE07D547F426}">
      <dgm:prSet/>
      <dgm:spPr/>
      <dgm:t>
        <a:bodyPr/>
        <a:lstStyle/>
        <a:p>
          <a:endParaRPr lang="en-US"/>
        </a:p>
      </dgm:t>
    </dgm:pt>
    <dgm:pt modelId="{6791DF90-33A9-47F5-BB42-C71FAFD36015}" type="sibTrans" cxnId="{6D5D2294-6C5E-4946-8951-BE07D547F426}">
      <dgm:prSet/>
      <dgm:spPr/>
      <dgm:t>
        <a:bodyPr/>
        <a:lstStyle/>
        <a:p>
          <a:endParaRPr lang="en-US"/>
        </a:p>
      </dgm:t>
    </dgm:pt>
    <dgm:pt modelId="{B3BA52B7-C25E-43E7-A434-163AAD927BE5}">
      <dgm:prSet/>
      <dgm:spPr/>
      <dgm:t>
        <a:bodyPr/>
        <a:lstStyle/>
        <a:p>
          <a:r>
            <a:rPr lang="en-US"/>
            <a:t>Preferred approach for production</a:t>
          </a:r>
        </a:p>
      </dgm:t>
    </dgm:pt>
    <dgm:pt modelId="{DBD8EB82-C3CC-4CAE-8AE1-C469AA013E47}" type="parTrans" cxnId="{40F09E0D-62CB-4166-8467-6FB4EA53E086}">
      <dgm:prSet/>
      <dgm:spPr/>
      <dgm:t>
        <a:bodyPr/>
        <a:lstStyle/>
        <a:p>
          <a:endParaRPr lang="en-US"/>
        </a:p>
      </dgm:t>
    </dgm:pt>
    <dgm:pt modelId="{C5970BD6-E7CB-4BD8-87BD-AA4078D234C0}" type="sibTrans" cxnId="{40F09E0D-62CB-4166-8467-6FB4EA53E086}">
      <dgm:prSet/>
      <dgm:spPr/>
      <dgm:t>
        <a:bodyPr/>
        <a:lstStyle/>
        <a:p>
          <a:endParaRPr lang="en-US"/>
        </a:p>
      </dgm:t>
    </dgm:pt>
    <dgm:pt modelId="{7F6DDAB5-ECC4-410C-8DBF-BFA17706D65C}" type="pres">
      <dgm:prSet presAssocID="{9846F842-D0BD-41F2-8C14-3C111B522985}" presName="outerComposite" presStyleCnt="0">
        <dgm:presLayoutVars>
          <dgm:chMax val="5"/>
          <dgm:dir/>
          <dgm:resizeHandles val="exact"/>
        </dgm:presLayoutVars>
      </dgm:prSet>
      <dgm:spPr/>
    </dgm:pt>
    <dgm:pt modelId="{AB24A3EC-D3B1-49EA-81C2-614808C450DC}" type="pres">
      <dgm:prSet presAssocID="{9846F842-D0BD-41F2-8C14-3C111B522985}" presName="dummyMaxCanvas" presStyleCnt="0">
        <dgm:presLayoutVars/>
      </dgm:prSet>
      <dgm:spPr/>
    </dgm:pt>
    <dgm:pt modelId="{055B639F-B56A-45F5-86CA-290EBC01AD9A}" type="pres">
      <dgm:prSet presAssocID="{9846F842-D0BD-41F2-8C14-3C111B522985}" presName="FourNodes_1" presStyleLbl="node1" presStyleIdx="0" presStyleCnt="4">
        <dgm:presLayoutVars>
          <dgm:bulletEnabled val="1"/>
        </dgm:presLayoutVars>
      </dgm:prSet>
      <dgm:spPr/>
    </dgm:pt>
    <dgm:pt modelId="{EABEEE4E-94A2-477E-AAD2-F4C3C29AA2F0}" type="pres">
      <dgm:prSet presAssocID="{9846F842-D0BD-41F2-8C14-3C111B522985}" presName="FourNodes_2" presStyleLbl="node1" presStyleIdx="1" presStyleCnt="4">
        <dgm:presLayoutVars>
          <dgm:bulletEnabled val="1"/>
        </dgm:presLayoutVars>
      </dgm:prSet>
      <dgm:spPr/>
    </dgm:pt>
    <dgm:pt modelId="{D6DE01AF-9028-4E6A-852D-A420E84CC0BB}" type="pres">
      <dgm:prSet presAssocID="{9846F842-D0BD-41F2-8C14-3C111B522985}" presName="FourNodes_3" presStyleLbl="node1" presStyleIdx="2" presStyleCnt="4">
        <dgm:presLayoutVars>
          <dgm:bulletEnabled val="1"/>
        </dgm:presLayoutVars>
      </dgm:prSet>
      <dgm:spPr/>
    </dgm:pt>
    <dgm:pt modelId="{2CB95FCB-5F38-48DB-AFF2-7EA507E2A069}" type="pres">
      <dgm:prSet presAssocID="{9846F842-D0BD-41F2-8C14-3C111B522985}" presName="FourNodes_4" presStyleLbl="node1" presStyleIdx="3" presStyleCnt="4">
        <dgm:presLayoutVars>
          <dgm:bulletEnabled val="1"/>
        </dgm:presLayoutVars>
      </dgm:prSet>
      <dgm:spPr/>
    </dgm:pt>
    <dgm:pt modelId="{8DC66C18-1846-4FBA-9A4D-6EA0BFFDF1D5}" type="pres">
      <dgm:prSet presAssocID="{9846F842-D0BD-41F2-8C14-3C111B522985}" presName="FourConn_1-2" presStyleLbl="fgAccFollowNode1" presStyleIdx="0" presStyleCnt="3">
        <dgm:presLayoutVars>
          <dgm:bulletEnabled val="1"/>
        </dgm:presLayoutVars>
      </dgm:prSet>
      <dgm:spPr/>
    </dgm:pt>
    <dgm:pt modelId="{2B0E2816-E1BA-48EF-B686-12C22F512E7E}" type="pres">
      <dgm:prSet presAssocID="{9846F842-D0BD-41F2-8C14-3C111B522985}" presName="FourConn_2-3" presStyleLbl="fgAccFollowNode1" presStyleIdx="1" presStyleCnt="3">
        <dgm:presLayoutVars>
          <dgm:bulletEnabled val="1"/>
        </dgm:presLayoutVars>
      </dgm:prSet>
      <dgm:spPr/>
    </dgm:pt>
    <dgm:pt modelId="{DA5D30CD-B6B2-4FC2-9B4A-3CCE45FD6A90}" type="pres">
      <dgm:prSet presAssocID="{9846F842-D0BD-41F2-8C14-3C111B522985}" presName="FourConn_3-4" presStyleLbl="fgAccFollowNode1" presStyleIdx="2" presStyleCnt="3">
        <dgm:presLayoutVars>
          <dgm:bulletEnabled val="1"/>
        </dgm:presLayoutVars>
      </dgm:prSet>
      <dgm:spPr/>
    </dgm:pt>
    <dgm:pt modelId="{57498D8E-D976-4295-952A-181AD032A9B1}" type="pres">
      <dgm:prSet presAssocID="{9846F842-D0BD-41F2-8C14-3C111B522985}" presName="FourNodes_1_text" presStyleLbl="node1" presStyleIdx="3" presStyleCnt="4">
        <dgm:presLayoutVars>
          <dgm:bulletEnabled val="1"/>
        </dgm:presLayoutVars>
      </dgm:prSet>
      <dgm:spPr/>
    </dgm:pt>
    <dgm:pt modelId="{32734025-4967-4EFD-BB37-78E460660F91}" type="pres">
      <dgm:prSet presAssocID="{9846F842-D0BD-41F2-8C14-3C111B522985}" presName="FourNodes_2_text" presStyleLbl="node1" presStyleIdx="3" presStyleCnt="4">
        <dgm:presLayoutVars>
          <dgm:bulletEnabled val="1"/>
        </dgm:presLayoutVars>
      </dgm:prSet>
      <dgm:spPr/>
    </dgm:pt>
    <dgm:pt modelId="{B8AF7F94-82E1-4CF0-9462-61AF3E40B6D1}" type="pres">
      <dgm:prSet presAssocID="{9846F842-D0BD-41F2-8C14-3C111B522985}" presName="FourNodes_3_text" presStyleLbl="node1" presStyleIdx="3" presStyleCnt="4">
        <dgm:presLayoutVars>
          <dgm:bulletEnabled val="1"/>
        </dgm:presLayoutVars>
      </dgm:prSet>
      <dgm:spPr/>
    </dgm:pt>
    <dgm:pt modelId="{A2C53512-5440-4FCD-B008-A93C09A32822}" type="pres">
      <dgm:prSet presAssocID="{9846F842-D0BD-41F2-8C14-3C111B52298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C9F1305-AAD8-41E0-9589-FD849022E34B}" type="presOf" srcId="{A489F8CA-855F-4C56-A51C-968BD1863569}" destId="{32734025-4967-4EFD-BB37-78E460660F91}" srcOrd="1" destOrd="0" presId="urn:microsoft.com/office/officeart/2005/8/layout/vProcess5"/>
    <dgm:cxn modelId="{4F421F06-588C-49A3-BE50-4691B4C0F7BF}" type="presOf" srcId="{E4DDE891-E9AA-49C5-8952-1507DA9F6897}" destId="{57498D8E-D976-4295-952A-181AD032A9B1}" srcOrd="1" destOrd="0" presId="urn:microsoft.com/office/officeart/2005/8/layout/vProcess5"/>
    <dgm:cxn modelId="{40F09E0D-62CB-4166-8467-6FB4EA53E086}" srcId="{9846F842-D0BD-41F2-8C14-3C111B522985}" destId="{B3BA52B7-C25E-43E7-A434-163AAD927BE5}" srcOrd="3" destOrd="0" parTransId="{DBD8EB82-C3CC-4CAE-8AE1-C469AA013E47}" sibTransId="{C5970BD6-E7CB-4BD8-87BD-AA4078D234C0}"/>
    <dgm:cxn modelId="{A2359426-E4B5-4C41-9CE7-861F07A6A28D}" type="presOf" srcId="{2F111822-36B2-43FA-9875-043A020ED6EA}" destId="{D6DE01AF-9028-4E6A-852D-A420E84CC0BB}" srcOrd="0" destOrd="0" presId="urn:microsoft.com/office/officeart/2005/8/layout/vProcess5"/>
    <dgm:cxn modelId="{82667042-6935-4E2D-838E-237F47FF74D9}" type="presOf" srcId="{71EF5601-FFD3-4427-9EC7-503BDC06463B}" destId="{2B0E2816-E1BA-48EF-B686-12C22F512E7E}" srcOrd="0" destOrd="0" presId="urn:microsoft.com/office/officeart/2005/8/layout/vProcess5"/>
    <dgm:cxn modelId="{7B2FF963-F782-409D-BBE6-6A12B3700353}" type="presOf" srcId="{B3BA52B7-C25E-43E7-A434-163AAD927BE5}" destId="{A2C53512-5440-4FCD-B008-A93C09A32822}" srcOrd="1" destOrd="0" presId="urn:microsoft.com/office/officeart/2005/8/layout/vProcess5"/>
    <dgm:cxn modelId="{C054B265-B082-4888-9CEA-512FEB3F87AC}" type="presOf" srcId="{B3BA52B7-C25E-43E7-A434-163AAD927BE5}" destId="{2CB95FCB-5F38-48DB-AFF2-7EA507E2A069}" srcOrd="0" destOrd="0" presId="urn:microsoft.com/office/officeart/2005/8/layout/vProcess5"/>
    <dgm:cxn modelId="{CB21248C-ACD5-4E48-9775-3C0F92EFEBA1}" type="presOf" srcId="{321B8B1D-35FA-442E-B53B-BEF4B9BE43F8}" destId="{8DC66C18-1846-4FBA-9A4D-6EA0BFFDF1D5}" srcOrd="0" destOrd="0" presId="urn:microsoft.com/office/officeart/2005/8/layout/vProcess5"/>
    <dgm:cxn modelId="{8EF12191-44B8-407A-A787-33EBC4A58B82}" srcId="{9846F842-D0BD-41F2-8C14-3C111B522985}" destId="{A489F8CA-855F-4C56-A51C-968BD1863569}" srcOrd="1" destOrd="0" parTransId="{549CA46B-C4F6-407F-BA1E-BD3D650A2568}" sibTransId="{71EF5601-FFD3-4427-9EC7-503BDC06463B}"/>
    <dgm:cxn modelId="{6D5D2294-6C5E-4946-8951-BE07D547F426}" srcId="{9846F842-D0BD-41F2-8C14-3C111B522985}" destId="{2F111822-36B2-43FA-9875-043A020ED6EA}" srcOrd="2" destOrd="0" parTransId="{E39D7BE9-0463-4F12-A16D-6F3FAEEB848A}" sibTransId="{6791DF90-33A9-47F5-BB42-C71FAFD36015}"/>
    <dgm:cxn modelId="{DB734FA0-5D48-41E8-92D9-A73588B2B68C}" srcId="{9846F842-D0BD-41F2-8C14-3C111B522985}" destId="{E4DDE891-E9AA-49C5-8952-1507DA9F6897}" srcOrd="0" destOrd="0" parTransId="{5A6BE8E3-460B-4A75-BFA5-4950F7847A1D}" sibTransId="{321B8B1D-35FA-442E-B53B-BEF4B9BE43F8}"/>
    <dgm:cxn modelId="{A28C21A4-8CE5-438F-BE75-197F2D601FA7}" type="presOf" srcId="{6791DF90-33A9-47F5-BB42-C71FAFD36015}" destId="{DA5D30CD-B6B2-4FC2-9B4A-3CCE45FD6A90}" srcOrd="0" destOrd="0" presId="urn:microsoft.com/office/officeart/2005/8/layout/vProcess5"/>
    <dgm:cxn modelId="{2F1EBCBF-F34F-4927-8B7A-5C2DE9AC4086}" type="presOf" srcId="{E4DDE891-E9AA-49C5-8952-1507DA9F6897}" destId="{055B639F-B56A-45F5-86CA-290EBC01AD9A}" srcOrd="0" destOrd="0" presId="urn:microsoft.com/office/officeart/2005/8/layout/vProcess5"/>
    <dgm:cxn modelId="{50D9C2E7-7899-46E8-8BF8-D8B44C59B791}" type="presOf" srcId="{2F111822-36B2-43FA-9875-043A020ED6EA}" destId="{B8AF7F94-82E1-4CF0-9462-61AF3E40B6D1}" srcOrd="1" destOrd="0" presId="urn:microsoft.com/office/officeart/2005/8/layout/vProcess5"/>
    <dgm:cxn modelId="{536394F3-8065-426B-84EA-47833DAA60DC}" type="presOf" srcId="{A489F8CA-855F-4C56-A51C-968BD1863569}" destId="{EABEEE4E-94A2-477E-AAD2-F4C3C29AA2F0}" srcOrd="0" destOrd="0" presId="urn:microsoft.com/office/officeart/2005/8/layout/vProcess5"/>
    <dgm:cxn modelId="{D8FB56F5-A465-4B2A-9DB2-F99DFD1B4743}" type="presOf" srcId="{9846F842-D0BD-41F2-8C14-3C111B522985}" destId="{7F6DDAB5-ECC4-410C-8DBF-BFA17706D65C}" srcOrd="0" destOrd="0" presId="urn:microsoft.com/office/officeart/2005/8/layout/vProcess5"/>
    <dgm:cxn modelId="{6729E3ED-C37C-4363-939E-BCAF20791F95}" type="presParOf" srcId="{7F6DDAB5-ECC4-410C-8DBF-BFA17706D65C}" destId="{AB24A3EC-D3B1-49EA-81C2-614808C450DC}" srcOrd="0" destOrd="0" presId="urn:microsoft.com/office/officeart/2005/8/layout/vProcess5"/>
    <dgm:cxn modelId="{E0FA2800-E0AA-4E93-94F3-C9052B8C0E4A}" type="presParOf" srcId="{7F6DDAB5-ECC4-410C-8DBF-BFA17706D65C}" destId="{055B639F-B56A-45F5-86CA-290EBC01AD9A}" srcOrd="1" destOrd="0" presId="urn:microsoft.com/office/officeart/2005/8/layout/vProcess5"/>
    <dgm:cxn modelId="{AC14855D-60F4-41DD-90BE-9540490D9F57}" type="presParOf" srcId="{7F6DDAB5-ECC4-410C-8DBF-BFA17706D65C}" destId="{EABEEE4E-94A2-477E-AAD2-F4C3C29AA2F0}" srcOrd="2" destOrd="0" presId="urn:microsoft.com/office/officeart/2005/8/layout/vProcess5"/>
    <dgm:cxn modelId="{56C26A1A-E453-487A-9375-CB98B4598181}" type="presParOf" srcId="{7F6DDAB5-ECC4-410C-8DBF-BFA17706D65C}" destId="{D6DE01AF-9028-4E6A-852D-A420E84CC0BB}" srcOrd="3" destOrd="0" presId="urn:microsoft.com/office/officeart/2005/8/layout/vProcess5"/>
    <dgm:cxn modelId="{FE67B1CE-6CF5-4C3A-825C-1302ABBD5DF1}" type="presParOf" srcId="{7F6DDAB5-ECC4-410C-8DBF-BFA17706D65C}" destId="{2CB95FCB-5F38-48DB-AFF2-7EA507E2A069}" srcOrd="4" destOrd="0" presId="urn:microsoft.com/office/officeart/2005/8/layout/vProcess5"/>
    <dgm:cxn modelId="{0D21A7B3-517D-4EDD-B698-EEFFD44F4DD5}" type="presParOf" srcId="{7F6DDAB5-ECC4-410C-8DBF-BFA17706D65C}" destId="{8DC66C18-1846-4FBA-9A4D-6EA0BFFDF1D5}" srcOrd="5" destOrd="0" presId="urn:microsoft.com/office/officeart/2005/8/layout/vProcess5"/>
    <dgm:cxn modelId="{051844CA-44F8-462B-A15C-39C9BACBAE79}" type="presParOf" srcId="{7F6DDAB5-ECC4-410C-8DBF-BFA17706D65C}" destId="{2B0E2816-E1BA-48EF-B686-12C22F512E7E}" srcOrd="6" destOrd="0" presId="urn:microsoft.com/office/officeart/2005/8/layout/vProcess5"/>
    <dgm:cxn modelId="{F3E84B78-E843-47D5-8DF9-A8A6797421C7}" type="presParOf" srcId="{7F6DDAB5-ECC4-410C-8DBF-BFA17706D65C}" destId="{DA5D30CD-B6B2-4FC2-9B4A-3CCE45FD6A90}" srcOrd="7" destOrd="0" presId="urn:microsoft.com/office/officeart/2005/8/layout/vProcess5"/>
    <dgm:cxn modelId="{2E234B83-B312-492A-A132-1027BF5F2051}" type="presParOf" srcId="{7F6DDAB5-ECC4-410C-8DBF-BFA17706D65C}" destId="{57498D8E-D976-4295-952A-181AD032A9B1}" srcOrd="8" destOrd="0" presId="urn:microsoft.com/office/officeart/2005/8/layout/vProcess5"/>
    <dgm:cxn modelId="{69C95AE4-9454-480C-88A2-0E3EDA1D6BB5}" type="presParOf" srcId="{7F6DDAB5-ECC4-410C-8DBF-BFA17706D65C}" destId="{32734025-4967-4EFD-BB37-78E460660F91}" srcOrd="9" destOrd="0" presId="urn:microsoft.com/office/officeart/2005/8/layout/vProcess5"/>
    <dgm:cxn modelId="{8394A6E4-ACF2-45E5-B52B-B4FAF14EA123}" type="presParOf" srcId="{7F6DDAB5-ECC4-410C-8DBF-BFA17706D65C}" destId="{B8AF7F94-82E1-4CF0-9462-61AF3E40B6D1}" srcOrd="10" destOrd="0" presId="urn:microsoft.com/office/officeart/2005/8/layout/vProcess5"/>
    <dgm:cxn modelId="{14DDD512-77F5-4F9C-8953-959B0EBE9583}" type="presParOf" srcId="{7F6DDAB5-ECC4-410C-8DBF-BFA17706D65C}" destId="{A2C53512-5440-4FCD-B008-A93C09A3282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0FA8BA-E5C7-4EB5-B278-43278418853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4391A97-E378-40D9-8517-43E6A4591E15}">
      <dgm:prSet/>
      <dgm:spPr/>
      <dgm:t>
        <a:bodyPr/>
        <a:lstStyle/>
        <a:p>
          <a:r>
            <a:rPr lang="en-US"/>
            <a:t>Use 'oc apply -f'</a:t>
          </a:r>
        </a:p>
      </dgm:t>
    </dgm:pt>
    <dgm:pt modelId="{1A4C1F9D-1CE0-4918-8663-9413D1010B58}" type="parTrans" cxnId="{7A542A2D-2DDB-4A61-98A6-97C5921EFBC5}">
      <dgm:prSet/>
      <dgm:spPr/>
      <dgm:t>
        <a:bodyPr/>
        <a:lstStyle/>
        <a:p>
          <a:endParaRPr lang="en-US"/>
        </a:p>
      </dgm:t>
    </dgm:pt>
    <dgm:pt modelId="{473C05AB-E6A9-4776-860C-D0DAA7500138}" type="sibTrans" cxnId="{7A542A2D-2DDB-4A61-98A6-97C5921EFBC5}">
      <dgm:prSet/>
      <dgm:spPr/>
      <dgm:t>
        <a:bodyPr/>
        <a:lstStyle/>
        <a:p>
          <a:endParaRPr lang="en-US"/>
        </a:p>
      </dgm:t>
    </dgm:pt>
    <dgm:pt modelId="{53A9755D-2EFE-4F9B-944A-2FB8F4AAD98A}">
      <dgm:prSet/>
      <dgm:spPr/>
      <dgm:t>
        <a:bodyPr/>
        <a:lstStyle/>
        <a:p>
          <a:r>
            <a:rPr lang="en-US"/>
            <a:t>Creates or updates resources</a:t>
          </a:r>
        </a:p>
      </dgm:t>
    </dgm:pt>
    <dgm:pt modelId="{62192171-F012-4591-AB31-397FEB4FBBF4}" type="parTrans" cxnId="{333FCADD-EEDC-4FB1-BF0A-E982B23D4BB9}">
      <dgm:prSet/>
      <dgm:spPr/>
      <dgm:t>
        <a:bodyPr/>
        <a:lstStyle/>
        <a:p>
          <a:endParaRPr lang="en-US"/>
        </a:p>
      </dgm:t>
    </dgm:pt>
    <dgm:pt modelId="{0ACDF6FB-27C9-47BF-80B1-9E51F0E45C95}" type="sibTrans" cxnId="{333FCADD-EEDC-4FB1-BF0A-E982B23D4BB9}">
      <dgm:prSet/>
      <dgm:spPr/>
      <dgm:t>
        <a:bodyPr/>
        <a:lstStyle/>
        <a:p>
          <a:endParaRPr lang="en-US"/>
        </a:p>
      </dgm:t>
    </dgm:pt>
    <dgm:pt modelId="{D21131E7-4066-4655-A72A-A3B6FF06E5EC}">
      <dgm:prSet/>
      <dgm:spPr/>
      <dgm:t>
        <a:bodyPr/>
        <a:lstStyle/>
        <a:p>
          <a:r>
            <a:rPr lang="en-US"/>
            <a:t>Ensures consistent deployments</a:t>
          </a:r>
        </a:p>
      </dgm:t>
    </dgm:pt>
    <dgm:pt modelId="{F19BE8B2-B2EE-4D54-8912-EBADBB96CC1B}" type="parTrans" cxnId="{FD56E64F-17C1-466A-819D-97EF73FE629F}">
      <dgm:prSet/>
      <dgm:spPr/>
      <dgm:t>
        <a:bodyPr/>
        <a:lstStyle/>
        <a:p>
          <a:endParaRPr lang="en-US"/>
        </a:p>
      </dgm:t>
    </dgm:pt>
    <dgm:pt modelId="{0041CEDD-D89D-490C-96FE-E89B2BED65FA}" type="sibTrans" cxnId="{FD56E64F-17C1-466A-819D-97EF73FE629F}">
      <dgm:prSet/>
      <dgm:spPr/>
      <dgm:t>
        <a:bodyPr/>
        <a:lstStyle/>
        <a:p>
          <a:endParaRPr lang="en-US"/>
        </a:p>
      </dgm:t>
    </dgm:pt>
    <dgm:pt modelId="{1F153FF9-73D2-4B50-8FB4-E4ACEA64D0FA}">
      <dgm:prSet/>
      <dgm:spPr/>
      <dgm:t>
        <a:bodyPr/>
        <a:lstStyle/>
        <a:p>
          <a:r>
            <a:rPr lang="en-US"/>
            <a:t>Supports version control and automation</a:t>
          </a:r>
        </a:p>
      </dgm:t>
    </dgm:pt>
    <dgm:pt modelId="{D341C7E2-7511-4ABB-BC81-297EAE1ED47E}" type="parTrans" cxnId="{3C0D9DCB-8D59-46F8-B477-C04409FC2901}">
      <dgm:prSet/>
      <dgm:spPr/>
      <dgm:t>
        <a:bodyPr/>
        <a:lstStyle/>
        <a:p>
          <a:endParaRPr lang="en-US"/>
        </a:p>
      </dgm:t>
    </dgm:pt>
    <dgm:pt modelId="{8AA7FE95-A7CE-4B56-A002-00B7B6210A52}" type="sibTrans" cxnId="{3C0D9DCB-8D59-46F8-B477-C04409FC2901}">
      <dgm:prSet/>
      <dgm:spPr/>
      <dgm:t>
        <a:bodyPr/>
        <a:lstStyle/>
        <a:p>
          <a:endParaRPr lang="en-US"/>
        </a:p>
      </dgm:t>
    </dgm:pt>
    <dgm:pt modelId="{E3DAE603-6618-4632-AD6B-665CEC5971B6}" type="pres">
      <dgm:prSet presAssocID="{940FA8BA-E5C7-4EB5-B278-432784188538}" presName="linear" presStyleCnt="0">
        <dgm:presLayoutVars>
          <dgm:animLvl val="lvl"/>
          <dgm:resizeHandles val="exact"/>
        </dgm:presLayoutVars>
      </dgm:prSet>
      <dgm:spPr/>
    </dgm:pt>
    <dgm:pt modelId="{BCBBFB95-D236-4588-AC91-6894C98DBF95}" type="pres">
      <dgm:prSet presAssocID="{C4391A97-E378-40D9-8517-43E6A4591E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C9A384-67FC-47FC-9FAC-A106023C5F8C}" type="pres">
      <dgm:prSet presAssocID="{473C05AB-E6A9-4776-860C-D0DAA7500138}" presName="spacer" presStyleCnt="0"/>
      <dgm:spPr/>
    </dgm:pt>
    <dgm:pt modelId="{92B4C23E-73C9-44AF-A313-7A37AD7A8BC8}" type="pres">
      <dgm:prSet presAssocID="{53A9755D-2EFE-4F9B-944A-2FB8F4AAD9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932880-A401-4AB9-824A-E8EF7CFEEF90}" type="pres">
      <dgm:prSet presAssocID="{0ACDF6FB-27C9-47BF-80B1-9E51F0E45C95}" presName="spacer" presStyleCnt="0"/>
      <dgm:spPr/>
    </dgm:pt>
    <dgm:pt modelId="{E5725891-7AE6-473B-A7B1-968CC5243689}" type="pres">
      <dgm:prSet presAssocID="{D21131E7-4066-4655-A72A-A3B6FF06E5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0C64F3-655B-49A4-877E-B190ECDE5B12}" type="pres">
      <dgm:prSet presAssocID="{0041CEDD-D89D-490C-96FE-E89B2BED65FA}" presName="spacer" presStyleCnt="0"/>
      <dgm:spPr/>
    </dgm:pt>
    <dgm:pt modelId="{C7EE47C6-542C-499F-99FD-B8E1F943036E}" type="pres">
      <dgm:prSet presAssocID="{1F153FF9-73D2-4B50-8FB4-E4ACEA64D0F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CC3715-89C7-46EB-B35E-A42889259603}" type="presOf" srcId="{D21131E7-4066-4655-A72A-A3B6FF06E5EC}" destId="{E5725891-7AE6-473B-A7B1-968CC5243689}" srcOrd="0" destOrd="0" presId="urn:microsoft.com/office/officeart/2005/8/layout/vList2"/>
    <dgm:cxn modelId="{8FE29E28-5BF1-4A4C-BC83-B8043C3932F9}" type="presOf" srcId="{1F153FF9-73D2-4B50-8FB4-E4ACEA64D0FA}" destId="{C7EE47C6-542C-499F-99FD-B8E1F943036E}" srcOrd="0" destOrd="0" presId="urn:microsoft.com/office/officeart/2005/8/layout/vList2"/>
    <dgm:cxn modelId="{7A542A2D-2DDB-4A61-98A6-97C5921EFBC5}" srcId="{940FA8BA-E5C7-4EB5-B278-432784188538}" destId="{C4391A97-E378-40D9-8517-43E6A4591E15}" srcOrd="0" destOrd="0" parTransId="{1A4C1F9D-1CE0-4918-8663-9413D1010B58}" sibTransId="{473C05AB-E6A9-4776-860C-D0DAA7500138}"/>
    <dgm:cxn modelId="{DEC46F49-A801-4839-8C5D-B3E1F30B6903}" type="presOf" srcId="{53A9755D-2EFE-4F9B-944A-2FB8F4AAD98A}" destId="{92B4C23E-73C9-44AF-A313-7A37AD7A8BC8}" srcOrd="0" destOrd="0" presId="urn:microsoft.com/office/officeart/2005/8/layout/vList2"/>
    <dgm:cxn modelId="{FD56E64F-17C1-466A-819D-97EF73FE629F}" srcId="{940FA8BA-E5C7-4EB5-B278-432784188538}" destId="{D21131E7-4066-4655-A72A-A3B6FF06E5EC}" srcOrd="2" destOrd="0" parTransId="{F19BE8B2-B2EE-4D54-8912-EBADBB96CC1B}" sibTransId="{0041CEDD-D89D-490C-96FE-E89B2BED65FA}"/>
    <dgm:cxn modelId="{8D87229C-C962-4241-8EB3-C41CCF3BB17F}" type="presOf" srcId="{940FA8BA-E5C7-4EB5-B278-432784188538}" destId="{E3DAE603-6618-4632-AD6B-665CEC5971B6}" srcOrd="0" destOrd="0" presId="urn:microsoft.com/office/officeart/2005/8/layout/vList2"/>
    <dgm:cxn modelId="{17E0E4A8-09AD-4F8A-AEE0-0BCD2B67DA10}" type="presOf" srcId="{C4391A97-E378-40D9-8517-43E6A4591E15}" destId="{BCBBFB95-D236-4588-AC91-6894C98DBF95}" srcOrd="0" destOrd="0" presId="urn:microsoft.com/office/officeart/2005/8/layout/vList2"/>
    <dgm:cxn modelId="{3C0D9DCB-8D59-46F8-B477-C04409FC2901}" srcId="{940FA8BA-E5C7-4EB5-B278-432784188538}" destId="{1F153FF9-73D2-4B50-8FB4-E4ACEA64D0FA}" srcOrd="3" destOrd="0" parTransId="{D341C7E2-7511-4ABB-BC81-297EAE1ED47E}" sibTransId="{8AA7FE95-A7CE-4B56-A002-00B7B6210A52}"/>
    <dgm:cxn modelId="{333FCADD-EEDC-4FB1-BF0A-E982B23D4BB9}" srcId="{940FA8BA-E5C7-4EB5-B278-432784188538}" destId="{53A9755D-2EFE-4F9B-944A-2FB8F4AAD98A}" srcOrd="1" destOrd="0" parTransId="{62192171-F012-4591-AB31-397FEB4FBBF4}" sibTransId="{0ACDF6FB-27C9-47BF-80B1-9E51F0E45C95}"/>
    <dgm:cxn modelId="{57064906-7251-4650-B888-A3D70BC50B60}" type="presParOf" srcId="{E3DAE603-6618-4632-AD6B-665CEC5971B6}" destId="{BCBBFB95-D236-4588-AC91-6894C98DBF95}" srcOrd="0" destOrd="0" presId="urn:microsoft.com/office/officeart/2005/8/layout/vList2"/>
    <dgm:cxn modelId="{DF569C36-CD34-4C75-90C1-DF55098D58B1}" type="presParOf" srcId="{E3DAE603-6618-4632-AD6B-665CEC5971B6}" destId="{EAC9A384-67FC-47FC-9FAC-A106023C5F8C}" srcOrd="1" destOrd="0" presId="urn:microsoft.com/office/officeart/2005/8/layout/vList2"/>
    <dgm:cxn modelId="{9FA23346-7C24-4871-BBAB-A5A5FC5A9E40}" type="presParOf" srcId="{E3DAE603-6618-4632-AD6B-665CEC5971B6}" destId="{92B4C23E-73C9-44AF-A313-7A37AD7A8BC8}" srcOrd="2" destOrd="0" presId="urn:microsoft.com/office/officeart/2005/8/layout/vList2"/>
    <dgm:cxn modelId="{2F4BE914-D3BA-4313-972F-F68AC360D874}" type="presParOf" srcId="{E3DAE603-6618-4632-AD6B-665CEC5971B6}" destId="{E8932880-A401-4AB9-824A-E8EF7CFEEF90}" srcOrd="3" destOrd="0" presId="urn:microsoft.com/office/officeart/2005/8/layout/vList2"/>
    <dgm:cxn modelId="{D4AB2119-565F-46B6-84B6-8B1AC32D287C}" type="presParOf" srcId="{E3DAE603-6618-4632-AD6B-665CEC5971B6}" destId="{E5725891-7AE6-473B-A7B1-968CC5243689}" srcOrd="4" destOrd="0" presId="urn:microsoft.com/office/officeart/2005/8/layout/vList2"/>
    <dgm:cxn modelId="{8AE299E2-B6C3-44B2-97ED-225800CF7ECC}" type="presParOf" srcId="{E3DAE603-6618-4632-AD6B-665CEC5971B6}" destId="{710C64F3-655B-49A4-877E-B190ECDE5B12}" srcOrd="5" destOrd="0" presId="urn:microsoft.com/office/officeart/2005/8/layout/vList2"/>
    <dgm:cxn modelId="{0EDA3FCB-1BCF-4B2E-BE5E-928F3BCF869E}" type="presParOf" srcId="{E3DAE603-6618-4632-AD6B-665CEC5971B6}" destId="{C7EE47C6-542C-499F-99FD-B8E1F94303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D43ED0-1F75-44D3-A037-066AF6C12ED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23B622-8923-49D0-8121-CA1214F191E7}">
      <dgm:prSet/>
      <dgm:spPr/>
      <dgm:t>
        <a:bodyPr/>
        <a:lstStyle/>
        <a:p>
          <a:r>
            <a:rPr lang="en-US"/>
            <a:t>Service: Internal access inside cluster</a:t>
          </a:r>
        </a:p>
      </dgm:t>
    </dgm:pt>
    <dgm:pt modelId="{0C04E106-6160-4182-9C20-ADB8ACDA0D16}" type="parTrans" cxnId="{D39294A0-17FB-4BEC-BD1B-65F26BDEF572}">
      <dgm:prSet/>
      <dgm:spPr/>
      <dgm:t>
        <a:bodyPr/>
        <a:lstStyle/>
        <a:p>
          <a:endParaRPr lang="en-US"/>
        </a:p>
      </dgm:t>
    </dgm:pt>
    <dgm:pt modelId="{E811851A-02E5-40D0-B49E-2552DA0EA8F6}" type="sibTrans" cxnId="{D39294A0-17FB-4BEC-BD1B-65F26BDEF572}">
      <dgm:prSet/>
      <dgm:spPr/>
      <dgm:t>
        <a:bodyPr/>
        <a:lstStyle/>
        <a:p>
          <a:endParaRPr lang="en-US"/>
        </a:p>
      </dgm:t>
    </dgm:pt>
    <dgm:pt modelId="{B7DA64D1-B8C1-48F7-842B-004F15FA8A4A}">
      <dgm:prSet/>
      <dgm:spPr/>
      <dgm:t>
        <a:bodyPr/>
        <a:lstStyle/>
        <a:p>
          <a:r>
            <a:rPr lang="en-US"/>
            <a:t>Route: External access via OpenShift</a:t>
          </a:r>
        </a:p>
      </dgm:t>
    </dgm:pt>
    <dgm:pt modelId="{E51571CD-8452-4601-AE68-62A393F6BE01}" type="parTrans" cxnId="{7FBE3140-57EA-4224-93EE-8529539D350C}">
      <dgm:prSet/>
      <dgm:spPr/>
      <dgm:t>
        <a:bodyPr/>
        <a:lstStyle/>
        <a:p>
          <a:endParaRPr lang="en-US"/>
        </a:p>
      </dgm:t>
    </dgm:pt>
    <dgm:pt modelId="{8B03D84A-CFAE-4B79-BB73-A97EF532BA47}" type="sibTrans" cxnId="{7FBE3140-57EA-4224-93EE-8529539D350C}">
      <dgm:prSet/>
      <dgm:spPr/>
      <dgm:t>
        <a:bodyPr/>
        <a:lstStyle/>
        <a:p>
          <a:endParaRPr lang="en-US"/>
        </a:p>
      </dgm:t>
    </dgm:pt>
    <dgm:pt modelId="{9A539334-590A-493C-8E6C-982775C7408A}">
      <dgm:prSet/>
      <dgm:spPr/>
      <dgm:t>
        <a:bodyPr/>
        <a:lstStyle/>
        <a:p>
          <a:r>
            <a:rPr lang="en-US"/>
            <a:t>Load balancing handled automatically</a:t>
          </a:r>
        </a:p>
      </dgm:t>
    </dgm:pt>
    <dgm:pt modelId="{1B16BD88-ED0B-4974-805D-B57E02C91E27}" type="parTrans" cxnId="{986CCA10-B189-497A-927D-73360E12AD24}">
      <dgm:prSet/>
      <dgm:spPr/>
      <dgm:t>
        <a:bodyPr/>
        <a:lstStyle/>
        <a:p>
          <a:endParaRPr lang="en-US"/>
        </a:p>
      </dgm:t>
    </dgm:pt>
    <dgm:pt modelId="{07E2C21F-FB16-4113-ABD3-009191A0F9F6}" type="sibTrans" cxnId="{986CCA10-B189-497A-927D-73360E12AD24}">
      <dgm:prSet/>
      <dgm:spPr/>
      <dgm:t>
        <a:bodyPr/>
        <a:lstStyle/>
        <a:p>
          <a:endParaRPr lang="en-US"/>
        </a:p>
      </dgm:t>
    </dgm:pt>
    <dgm:pt modelId="{59A2155D-9A84-4501-8523-153CE0E143E7}">
      <dgm:prSet/>
      <dgm:spPr/>
      <dgm:t>
        <a:bodyPr/>
        <a:lstStyle/>
        <a:p>
          <a:r>
            <a:rPr lang="en-US"/>
            <a:t>Example: Expose nginx app</a:t>
          </a:r>
        </a:p>
      </dgm:t>
    </dgm:pt>
    <dgm:pt modelId="{11004943-E53F-437E-AA52-84DA6F48A883}" type="parTrans" cxnId="{B6167F9D-2BCE-43E4-A82F-8E89EC371D3A}">
      <dgm:prSet/>
      <dgm:spPr/>
      <dgm:t>
        <a:bodyPr/>
        <a:lstStyle/>
        <a:p>
          <a:endParaRPr lang="en-US"/>
        </a:p>
      </dgm:t>
    </dgm:pt>
    <dgm:pt modelId="{058643C9-A7BE-4BB0-ABCE-D80702E5DFD9}" type="sibTrans" cxnId="{B6167F9D-2BCE-43E4-A82F-8E89EC371D3A}">
      <dgm:prSet/>
      <dgm:spPr/>
      <dgm:t>
        <a:bodyPr/>
        <a:lstStyle/>
        <a:p>
          <a:endParaRPr lang="en-US"/>
        </a:p>
      </dgm:t>
    </dgm:pt>
    <dgm:pt modelId="{4F27F2E1-B616-44B6-9546-F18F2CA2E5E1}" type="pres">
      <dgm:prSet presAssocID="{6AD43ED0-1F75-44D3-A037-066AF6C12EDF}" presName="linear" presStyleCnt="0">
        <dgm:presLayoutVars>
          <dgm:animLvl val="lvl"/>
          <dgm:resizeHandles val="exact"/>
        </dgm:presLayoutVars>
      </dgm:prSet>
      <dgm:spPr/>
    </dgm:pt>
    <dgm:pt modelId="{2C867D7C-71FA-4FE8-9F50-0C6442E6033C}" type="pres">
      <dgm:prSet presAssocID="{EC23B622-8923-49D0-8121-CA1214F191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082515-D888-4705-BCAC-44D596170AD7}" type="pres">
      <dgm:prSet presAssocID="{E811851A-02E5-40D0-B49E-2552DA0EA8F6}" presName="spacer" presStyleCnt="0"/>
      <dgm:spPr/>
    </dgm:pt>
    <dgm:pt modelId="{8900F33C-2E41-4F55-AC7A-90F6CD25F4D0}" type="pres">
      <dgm:prSet presAssocID="{B7DA64D1-B8C1-48F7-842B-004F15FA8A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D42D7FE-FFEC-4F17-B69B-E43F98913C42}" type="pres">
      <dgm:prSet presAssocID="{8B03D84A-CFAE-4B79-BB73-A97EF532BA47}" presName="spacer" presStyleCnt="0"/>
      <dgm:spPr/>
    </dgm:pt>
    <dgm:pt modelId="{DE2574CC-6099-4989-992B-99B18BDCBBDE}" type="pres">
      <dgm:prSet presAssocID="{9A539334-590A-493C-8E6C-982775C740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F8C1C6-29FE-4138-8135-E4FC2D14D075}" type="pres">
      <dgm:prSet presAssocID="{07E2C21F-FB16-4113-ABD3-009191A0F9F6}" presName="spacer" presStyleCnt="0"/>
      <dgm:spPr/>
    </dgm:pt>
    <dgm:pt modelId="{05F67C75-5066-456B-9D52-D21AAFB2DE22}" type="pres">
      <dgm:prSet presAssocID="{59A2155D-9A84-4501-8523-153CE0E143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6CCA10-B189-497A-927D-73360E12AD24}" srcId="{6AD43ED0-1F75-44D3-A037-066AF6C12EDF}" destId="{9A539334-590A-493C-8E6C-982775C7408A}" srcOrd="2" destOrd="0" parTransId="{1B16BD88-ED0B-4974-805D-B57E02C91E27}" sibTransId="{07E2C21F-FB16-4113-ABD3-009191A0F9F6}"/>
    <dgm:cxn modelId="{5D9F5832-826D-4541-A214-5DEE1465E21C}" type="presOf" srcId="{59A2155D-9A84-4501-8523-153CE0E143E7}" destId="{05F67C75-5066-456B-9D52-D21AAFB2DE22}" srcOrd="0" destOrd="0" presId="urn:microsoft.com/office/officeart/2005/8/layout/vList2"/>
    <dgm:cxn modelId="{7FBE3140-57EA-4224-93EE-8529539D350C}" srcId="{6AD43ED0-1F75-44D3-A037-066AF6C12EDF}" destId="{B7DA64D1-B8C1-48F7-842B-004F15FA8A4A}" srcOrd="1" destOrd="0" parTransId="{E51571CD-8452-4601-AE68-62A393F6BE01}" sibTransId="{8B03D84A-CFAE-4B79-BB73-A97EF532BA47}"/>
    <dgm:cxn modelId="{D3101A5F-7CC8-4C0C-AC98-1E783DF35AD8}" type="presOf" srcId="{6AD43ED0-1F75-44D3-A037-066AF6C12EDF}" destId="{4F27F2E1-B616-44B6-9546-F18F2CA2E5E1}" srcOrd="0" destOrd="0" presId="urn:microsoft.com/office/officeart/2005/8/layout/vList2"/>
    <dgm:cxn modelId="{E91AA455-94C7-4F73-A85B-9F3FDA57F031}" type="presOf" srcId="{B7DA64D1-B8C1-48F7-842B-004F15FA8A4A}" destId="{8900F33C-2E41-4F55-AC7A-90F6CD25F4D0}" srcOrd="0" destOrd="0" presId="urn:microsoft.com/office/officeart/2005/8/layout/vList2"/>
    <dgm:cxn modelId="{B6167F9D-2BCE-43E4-A82F-8E89EC371D3A}" srcId="{6AD43ED0-1F75-44D3-A037-066AF6C12EDF}" destId="{59A2155D-9A84-4501-8523-153CE0E143E7}" srcOrd="3" destOrd="0" parTransId="{11004943-E53F-437E-AA52-84DA6F48A883}" sibTransId="{058643C9-A7BE-4BB0-ABCE-D80702E5DFD9}"/>
    <dgm:cxn modelId="{D39294A0-17FB-4BEC-BD1B-65F26BDEF572}" srcId="{6AD43ED0-1F75-44D3-A037-066AF6C12EDF}" destId="{EC23B622-8923-49D0-8121-CA1214F191E7}" srcOrd="0" destOrd="0" parTransId="{0C04E106-6160-4182-9C20-ADB8ACDA0D16}" sibTransId="{E811851A-02E5-40D0-B49E-2552DA0EA8F6}"/>
    <dgm:cxn modelId="{3FEA8FBB-D94C-4BBA-B529-A00BAFA022CD}" type="presOf" srcId="{9A539334-590A-493C-8E6C-982775C7408A}" destId="{DE2574CC-6099-4989-992B-99B18BDCBBDE}" srcOrd="0" destOrd="0" presId="urn:microsoft.com/office/officeart/2005/8/layout/vList2"/>
    <dgm:cxn modelId="{F5C3D2BD-4A05-41BE-8A11-986403D4E18E}" type="presOf" srcId="{EC23B622-8923-49D0-8121-CA1214F191E7}" destId="{2C867D7C-71FA-4FE8-9F50-0C6442E6033C}" srcOrd="0" destOrd="0" presId="urn:microsoft.com/office/officeart/2005/8/layout/vList2"/>
    <dgm:cxn modelId="{999856BC-6C35-47C6-A06A-1DBB9B412690}" type="presParOf" srcId="{4F27F2E1-B616-44B6-9546-F18F2CA2E5E1}" destId="{2C867D7C-71FA-4FE8-9F50-0C6442E6033C}" srcOrd="0" destOrd="0" presId="urn:microsoft.com/office/officeart/2005/8/layout/vList2"/>
    <dgm:cxn modelId="{5CBBA299-CA82-4744-A320-22805731CC16}" type="presParOf" srcId="{4F27F2E1-B616-44B6-9546-F18F2CA2E5E1}" destId="{EA082515-D888-4705-BCAC-44D596170AD7}" srcOrd="1" destOrd="0" presId="urn:microsoft.com/office/officeart/2005/8/layout/vList2"/>
    <dgm:cxn modelId="{3CBF10F5-6FFC-4FCB-A549-DD1AE4769A50}" type="presParOf" srcId="{4F27F2E1-B616-44B6-9546-F18F2CA2E5E1}" destId="{8900F33C-2E41-4F55-AC7A-90F6CD25F4D0}" srcOrd="2" destOrd="0" presId="urn:microsoft.com/office/officeart/2005/8/layout/vList2"/>
    <dgm:cxn modelId="{CFE04640-EEBD-4FB4-A9FE-EE8E2C64CEB3}" type="presParOf" srcId="{4F27F2E1-B616-44B6-9546-F18F2CA2E5E1}" destId="{8D42D7FE-FFEC-4F17-B69B-E43F98913C42}" srcOrd="3" destOrd="0" presId="urn:microsoft.com/office/officeart/2005/8/layout/vList2"/>
    <dgm:cxn modelId="{740AC594-EC08-4866-9C69-83727C5A342F}" type="presParOf" srcId="{4F27F2E1-B616-44B6-9546-F18F2CA2E5E1}" destId="{DE2574CC-6099-4989-992B-99B18BDCBBDE}" srcOrd="4" destOrd="0" presId="urn:microsoft.com/office/officeart/2005/8/layout/vList2"/>
    <dgm:cxn modelId="{57BD3B99-007E-4FE5-93B3-6CCCD5943710}" type="presParOf" srcId="{4F27F2E1-B616-44B6-9546-F18F2CA2E5E1}" destId="{ECF8C1C6-29FE-4138-8135-E4FC2D14D075}" srcOrd="5" destOrd="0" presId="urn:microsoft.com/office/officeart/2005/8/layout/vList2"/>
    <dgm:cxn modelId="{B30AEDF2-85C6-4E35-83C5-F5896A0CB639}" type="presParOf" srcId="{4F27F2E1-B616-44B6-9546-F18F2CA2E5E1}" destId="{05F67C75-5066-456B-9D52-D21AAFB2DE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E8370B-2BC1-48C0-9861-EEE8E61060F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BFF0392-459C-40D9-B175-52DCC54C8DAF}">
      <dgm:prSet/>
      <dgm:spPr/>
      <dgm:t>
        <a:bodyPr/>
        <a:lstStyle/>
        <a:p>
          <a:r>
            <a:rPr lang="en-US"/>
            <a:t>ConfigMap: Non-sensitive configuration</a:t>
          </a:r>
        </a:p>
      </dgm:t>
    </dgm:pt>
    <dgm:pt modelId="{41CCEA8B-BDB4-4357-8FB0-3286E10FFDBD}" type="parTrans" cxnId="{33174223-2BBE-47B8-BEF6-15A78123D5D5}">
      <dgm:prSet/>
      <dgm:spPr/>
      <dgm:t>
        <a:bodyPr/>
        <a:lstStyle/>
        <a:p>
          <a:endParaRPr lang="en-US"/>
        </a:p>
      </dgm:t>
    </dgm:pt>
    <dgm:pt modelId="{BB1CFC23-09D8-4369-B720-77CB5C5BD0B7}" type="sibTrans" cxnId="{33174223-2BBE-47B8-BEF6-15A78123D5D5}">
      <dgm:prSet/>
      <dgm:spPr/>
      <dgm:t>
        <a:bodyPr/>
        <a:lstStyle/>
        <a:p>
          <a:endParaRPr lang="en-US"/>
        </a:p>
      </dgm:t>
    </dgm:pt>
    <dgm:pt modelId="{44FD0483-EE95-4091-8798-3E14122EE9D0}">
      <dgm:prSet/>
      <dgm:spPr/>
      <dgm:t>
        <a:bodyPr/>
        <a:lstStyle/>
        <a:p>
          <a:r>
            <a:rPr lang="en-US"/>
            <a:t>Secret: Sensitive data (passwords, tokens)</a:t>
          </a:r>
        </a:p>
      </dgm:t>
    </dgm:pt>
    <dgm:pt modelId="{054CACDD-8776-4F9B-A33E-5A8C9EBC1FA8}" type="parTrans" cxnId="{6586072E-80D0-49BA-8070-63B7E0552991}">
      <dgm:prSet/>
      <dgm:spPr/>
      <dgm:t>
        <a:bodyPr/>
        <a:lstStyle/>
        <a:p>
          <a:endParaRPr lang="en-US"/>
        </a:p>
      </dgm:t>
    </dgm:pt>
    <dgm:pt modelId="{BEF97B9B-140C-4778-8684-09ED1BAE5A82}" type="sibTrans" cxnId="{6586072E-80D0-49BA-8070-63B7E0552991}">
      <dgm:prSet/>
      <dgm:spPr/>
      <dgm:t>
        <a:bodyPr/>
        <a:lstStyle/>
        <a:p>
          <a:endParaRPr lang="en-US"/>
        </a:p>
      </dgm:t>
    </dgm:pt>
    <dgm:pt modelId="{E53D05FC-60DF-4A70-9624-0B18CCB930A2}">
      <dgm:prSet/>
      <dgm:spPr/>
      <dgm:t>
        <a:bodyPr/>
        <a:lstStyle/>
        <a:p>
          <a:r>
            <a:rPr lang="en-US"/>
            <a:t>Used as environment variables or files</a:t>
          </a:r>
        </a:p>
      </dgm:t>
    </dgm:pt>
    <dgm:pt modelId="{6A5C12CA-F81D-44B3-B2C5-A507B4426B1F}" type="parTrans" cxnId="{7C637453-74B3-4D49-9B57-621EF8357623}">
      <dgm:prSet/>
      <dgm:spPr/>
      <dgm:t>
        <a:bodyPr/>
        <a:lstStyle/>
        <a:p>
          <a:endParaRPr lang="en-US"/>
        </a:p>
      </dgm:t>
    </dgm:pt>
    <dgm:pt modelId="{55C9AB37-669E-446E-92AE-B2C5F21EE02E}" type="sibTrans" cxnId="{7C637453-74B3-4D49-9B57-621EF8357623}">
      <dgm:prSet/>
      <dgm:spPr/>
      <dgm:t>
        <a:bodyPr/>
        <a:lstStyle/>
        <a:p>
          <a:endParaRPr lang="en-US"/>
        </a:p>
      </dgm:t>
    </dgm:pt>
    <dgm:pt modelId="{14175142-39A5-4BC4-A06B-83009026FA7E}">
      <dgm:prSet/>
      <dgm:spPr/>
      <dgm:t>
        <a:bodyPr/>
        <a:lstStyle/>
        <a:p>
          <a:r>
            <a:rPr lang="en-US"/>
            <a:t>Separates config from application code</a:t>
          </a:r>
        </a:p>
      </dgm:t>
    </dgm:pt>
    <dgm:pt modelId="{AACCB635-7051-4DE1-A3D4-0D8CE2DC4AF9}" type="parTrans" cxnId="{746486E3-02D7-4826-9A88-ACED58C1D7A9}">
      <dgm:prSet/>
      <dgm:spPr/>
      <dgm:t>
        <a:bodyPr/>
        <a:lstStyle/>
        <a:p>
          <a:endParaRPr lang="en-US"/>
        </a:p>
      </dgm:t>
    </dgm:pt>
    <dgm:pt modelId="{F528A049-7EBF-4E7D-97DD-3804ED5AA67A}" type="sibTrans" cxnId="{746486E3-02D7-4826-9A88-ACED58C1D7A9}">
      <dgm:prSet/>
      <dgm:spPr/>
      <dgm:t>
        <a:bodyPr/>
        <a:lstStyle/>
        <a:p>
          <a:endParaRPr lang="en-US"/>
        </a:p>
      </dgm:t>
    </dgm:pt>
    <dgm:pt modelId="{FC01D584-F01C-4933-AADF-C43E9FF40B92}" type="pres">
      <dgm:prSet presAssocID="{3CE8370B-2BC1-48C0-9861-EEE8E61060F8}" presName="linear" presStyleCnt="0">
        <dgm:presLayoutVars>
          <dgm:animLvl val="lvl"/>
          <dgm:resizeHandles val="exact"/>
        </dgm:presLayoutVars>
      </dgm:prSet>
      <dgm:spPr/>
    </dgm:pt>
    <dgm:pt modelId="{CE2D1377-A3E3-44E1-BF25-E698A312E29B}" type="pres">
      <dgm:prSet presAssocID="{4BFF0392-459C-40D9-B175-52DCC54C8D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C59297-8B83-4419-A2F6-F6CFEF8B7922}" type="pres">
      <dgm:prSet presAssocID="{BB1CFC23-09D8-4369-B720-77CB5C5BD0B7}" presName="spacer" presStyleCnt="0"/>
      <dgm:spPr/>
    </dgm:pt>
    <dgm:pt modelId="{D0DEFFF1-95B2-4FF3-8D67-125CE93CCA7F}" type="pres">
      <dgm:prSet presAssocID="{44FD0483-EE95-4091-8798-3E14122EE9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0C05DB-AD5A-4FA7-86CD-752F73FACF6E}" type="pres">
      <dgm:prSet presAssocID="{BEF97B9B-140C-4778-8684-09ED1BAE5A82}" presName="spacer" presStyleCnt="0"/>
      <dgm:spPr/>
    </dgm:pt>
    <dgm:pt modelId="{A49B05CB-BB6F-4C7B-A1BF-19AC20024F0C}" type="pres">
      <dgm:prSet presAssocID="{E53D05FC-60DF-4A70-9624-0B18CCB930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4AF58F-6A55-4433-81AC-0286E423D4A9}" type="pres">
      <dgm:prSet presAssocID="{55C9AB37-669E-446E-92AE-B2C5F21EE02E}" presName="spacer" presStyleCnt="0"/>
      <dgm:spPr/>
    </dgm:pt>
    <dgm:pt modelId="{1B690F17-9D90-4D1E-A15F-F3B0C6818C0E}" type="pres">
      <dgm:prSet presAssocID="{14175142-39A5-4BC4-A06B-83009026FA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E878622-D526-49B2-8A65-7248BF15913D}" type="presOf" srcId="{14175142-39A5-4BC4-A06B-83009026FA7E}" destId="{1B690F17-9D90-4D1E-A15F-F3B0C6818C0E}" srcOrd="0" destOrd="0" presId="urn:microsoft.com/office/officeart/2005/8/layout/vList2"/>
    <dgm:cxn modelId="{33174223-2BBE-47B8-BEF6-15A78123D5D5}" srcId="{3CE8370B-2BC1-48C0-9861-EEE8E61060F8}" destId="{4BFF0392-459C-40D9-B175-52DCC54C8DAF}" srcOrd="0" destOrd="0" parTransId="{41CCEA8B-BDB4-4357-8FB0-3286E10FFDBD}" sibTransId="{BB1CFC23-09D8-4369-B720-77CB5C5BD0B7}"/>
    <dgm:cxn modelId="{6586072E-80D0-49BA-8070-63B7E0552991}" srcId="{3CE8370B-2BC1-48C0-9861-EEE8E61060F8}" destId="{44FD0483-EE95-4091-8798-3E14122EE9D0}" srcOrd="1" destOrd="0" parTransId="{054CACDD-8776-4F9B-A33E-5A8C9EBC1FA8}" sibTransId="{BEF97B9B-140C-4778-8684-09ED1BAE5A82}"/>
    <dgm:cxn modelId="{63F2006D-509A-4822-BCD8-FF0D09885F32}" type="presOf" srcId="{E53D05FC-60DF-4A70-9624-0B18CCB930A2}" destId="{A49B05CB-BB6F-4C7B-A1BF-19AC20024F0C}" srcOrd="0" destOrd="0" presId="urn:microsoft.com/office/officeart/2005/8/layout/vList2"/>
    <dgm:cxn modelId="{7C637453-74B3-4D49-9B57-621EF8357623}" srcId="{3CE8370B-2BC1-48C0-9861-EEE8E61060F8}" destId="{E53D05FC-60DF-4A70-9624-0B18CCB930A2}" srcOrd="2" destOrd="0" parTransId="{6A5C12CA-F81D-44B3-B2C5-A507B4426B1F}" sibTransId="{55C9AB37-669E-446E-92AE-B2C5F21EE02E}"/>
    <dgm:cxn modelId="{B592DF81-2E35-4AFF-B338-1C2953BE9CB3}" type="presOf" srcId="{44FD0483-EE95-4091-8798-3E14122EE9D0}" destId="{D0DEFFF1-95B2-4FF3-8D67-125CE93CCA7F}" srcOrd="0" destOrd="0" presId="urn:microsoft.com/office/officeart/2005/8/layout/vList2"/>
    <dgm:cxn modelId="{F8683C9F-1DEC-43F3-80C1-7ECE38E967A4}" type="presOf" srcId="{4BFF0392-459C-40D9-B175-52DCC54C8DAF}" destId="{CE2D1377-A3E3-44E1-BF25-E698A312E29B}" srcOrd="0" destOrd="0" presId="urn:microsoft.com/office/officeart/2005/8/layout/vList2"/>
    <dgm:cxn modelId="{746486E3-02D7-4826-9A88-ACED58C1D7A9}" srcId="{3CE8370B-2BC1-48C0-9861-EEE8E61060F8}" destId="{14175142-39A5-4BC4-A06B-83009026FA7E}" srcOrd="3" destOrd="0" parTransId="{AACCB635-7051-4DE1-A3D4-0D8CE2DC4AF9}" sibTransId="{F528A049-7EBF-4E7D-97DD-3804ED5AA67A}"/>
    <dgm:cxn modelId="{C08CDBEC-99D1-4A09-BD7B-EBF6C647B506}" type="presOf" srcId="{3CE8370B-2BC1-48C0-9861-EEE8E61060F8}" destId="{FC01D584-F01C-4933-AADF-C43E9FF40B92}" srcOrd="0" destOrd="0" presId="urn:microsoft.com/office/officeart/2005/8/layout/vList2"/>
    <dgm:cxn modelId="{1F9C7F8A-9456-41A8-BA0E-160FC4785551}" type="presParOf" srcId="{FC01D584-F01C-4933-AADF-C43E9FF40B92}" destId="{CE2D1377-A3E3-44E1-BF25-E698A312E29B}" srcOrd="0" destOrd="0" presId="urn:microsoft.com/office/officeart/2005/8/layout/vList2"/>
    <dgm:cxn modelId="{0DC06221-3EC9-47F0-AB68-96D82A464DCD}" type="presParOf" srcId="{FC01D584-F01C-4933-AADF-C43E9FF40B92}" destId="{38C59297-8B83-4419-A2F6-F6CFEF8B7922}" srcOrd="1" destOrd="0" presId="urn:microsoft.com/office/officeart/2005/8/layout/vList2"/>
    <dgm:cxn modelId="{11C867E7-6C75-4C56-B673-7A1DEDC296DD}" type="presParOf" srcId="{FC01D584-F01C-4933-AADF-C43E9FF40B92}" destId="{D0DEFFF1-95B2-4FF3-8D67-125CE93CCA7F}" srcOrd="2" destOrd="0" presId="urn:microsoft.com/office/officeart/2005/8/layout/vList2"/>
    <dgm:cxn modelId="{7D75B757-0C98-4778-A8AE-4CE0C93C0B2E}" type="presParOf" srcId="{FC01D584-F01C-4933-AADF-C43E9FF40B92}" destId="{0F0C05DB-AD5A-4FA7-86CD-752F73FACF6E}" srcOrd="3" destOrd="0" presId="urn:microsoft.com/office/officeart/2005/8/layout/vList2"/>
    <dgm:cxn modelId="{D15F4230-5A94-4255-90CC-AB5DAA61BC0E}" type="presParOf" srcId="{FC01D584-F01C-4933-AADF-C43E9FF40B92}" destId="{A49B05CB-BB6F-4C7B-A1BF-19AC20024F0C}" srcOrd="4" destOrd="0" presId="urn:microsoft.com/office/officeart/2005/8/layout/vList2"/>
    <dgm:cxn modelId="{9BEBB650-4025-45CC-B46A-48A34EB77811}" type="presParOf" srcId="{FC01D584-F01C-4933-AADF-C43E9FF40B92}" destId="{974AF58F-6A55-4433-81AC-0286E423D4A9}" srcOrd="5" destOrd="0" presId="urn:microsoft.com/office/officeart/2005/8/layout/vList2"/>
    <dgm:cxn modelId="{B2B0A964-8D8D-460F-B834-DEC8723A0FF8}" type="presParOf" srcId="{FC01D584-F01C-4933-AADF-C43E9FF40B92}" destId="{1B690F17-9D90-4D1E-A15F-F3B0C6818C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AB1A38-9C94-438D-9D96-1CB3D221CE9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71251EF-A4F9-479C-9D10-CF0B61C551C8}">
      <dgm:prSet/>
      <dgm:spPr/>
      <dgm:t>
        <a:bodyPr/>
        <a:lstStyle/>
        <a:p>
          <a:r>
            <a:rPr lang="en-US"/>
            <a:t>oc get nodes</a:t>
          </a:r>
        </a:p>
      </dgm:t>
    </dgm:pt>
    <dgm:pt modelId="{81B29ACC-5465-48CC-AFA9-DDB64B894036}" type="parTrans" cxnId="{15FA83AE-401D-41F0-9775-55D372255529}">
      <dgm:prSet/>
      <dgm:spPr/>
      <dgm:t>
        <a:bodyPr/>
        <a:lstStyle/>
        <a:p>
          <a:endParaRPr lang="en-US"/>
        </a:p>
      </dgm:t>
    </dgm:pt>
    <dgm:pt modelId="{BB60DAC6-D7DA-4BD6-BA25-36B4F7FF26BE}" type="sibTrans" cxnId="{15FA83AE-401D-41F0-9775-55D372255529}">
      <dgm:prSet/>
      <dgm:spPr/>
      <dgm:t>
        <a:bodyPr/>
        <a:lstStyle/>
        <a:p>
          <a:endParaRPr lang="en-US"/>
        </a:p>
      </dgm:t>
    </dgm:pt>
    <dgm:pt modelId="{FD253B75-2B00-40D0-8F61-8B33B54C280B}">
      <dgm:prSet/>
      <dgm:spPr/>
      <dgm:t>
        <a:bodyPr/>
        <a:lstStyle/>
        <a:p>
          <a:r>
            <a:rPr lang="en-US"/>
            <a:t>oc get clusteroperators</a:t>
          </a:r>
        </a:p>
      </dgm:t>
    </dgm:pt>
    <dgm:pt modelId="{13F2A813-2BF9-4FA0-9614-AE374A9A7645}" type="parTrans" cxnId="{CBE80AD7-E769-4698-B4D5-B3AE2C65B70A}">
      <dgm:prSet/>
      <dgm:spPr/>
      <dgm:t>
        <a:bodyPr/>
        <a:lstStyle/>
        <a:p>
          <a:endParaRPr lang="en-US"/>
        </a:p>
      </dgm:t>
    </dgm:pt>
    <dgm:pt modelId="{8FF23420-16DA-4094-A95B-42B94027BC88}" type="sibTrans" cxnId="{CBE80AD7-E769-4698-B4D5-B3AE2C65B70A}">
      <dgm:prSet/>
      <dgm:spPr/>
      <dgm:t>
        <a:bodyPr/>
        <a:lstStyle/>
        <a:p>
          <a:endParaRPr lang="en-US"/>
        </a:p>
      </dgm:t>
    </dgm:pt>
    <dgm:pt modelId="{F6E1424A-43FD-45FA-830A-5E9B1F070FC5}">
      <dgm:prSet/>
      <dgm:spPr/>
      <dgm:t>
        <a:bodyPr/>
        <a:lstStyle/>
        <a:p>
          <a:r>
            <a:rPr lang="en-US"/>
            <a:t>Verify cluster health before deployment</a:t>
          </a:r>
        </a:p>
      </dgm:t>
    </dgm:pt>
    <dgm:pt modelId="{3EC04CE9-B72A-4179-ABA3-C5980EF6310C}" type="parTrans" cxnId="{5A8CEE38-F424-4623-AD23-EA1E9CF693ED}">
      <dgm:prSet/>
      <dgm:spPr/>
      <dgm:t>
        <a:bodyPr/>
        <a:lstStyle/>
        <a:p>
          <a:endParaRPr lang="en-US"/>
        </a:p>
      </dgm:t>
    </dgm:pt>
    <dgm:pt modelId="{C47B8267-F1B6-49BF-8F21-7250C47FEFDB}" type="sibTrans" cxnId="{5A8CEE38-F424-4623-AD23-EA1E9CF693ED}">
      <dgm:prSet/>
      <dgm:spPr/>
      <dgm:t>
        <a:bodyPr/>
        <a:lstStyle/>
        <a:p>
          <a:endParaRPr lang="en-US"/>
        </a:p>
      </dgm:t>
    </dgm:pt>
    <dgm:pt modelId="{4556BF43-5467-4B08-B5F0-689A4918BFE8}" type="pres">
      <dgm:prSet presAssocID="{69AB1A38-9C94-438D-9D96-1CB3D221CE90}" presName="linear" presStyleCnt="0">
        <dgm:presLayoutVars>
          <dgm:animLvl val="lvl"/>
          <dgm:resizeHandles val="exact"/>
        </dgm:presLayoutVars>
      </dgm:prSet>
      <dgm:spPr/>
    </dgm:pt>
    <dgm:pt modelId="{FFBF8C56-F744-4473-8FF9-B4A9809CA414}" type="pres">
      <dgm:prSet presAssocID="{171251EF-A4F9-479C-9D10-CF0B61C551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39E9B8-D742-4742-A683-29188D031A52}" type="pres">
      <dgm:prSet presAssocID="{BB60DAC6-D7DA-4BD6-BA25-36B4F7FF26BE}" presName="spacer" presStyleCnt="0"/>
      <dgm:spPr/>
    </dgm:pt>
    <dgm:pt modelId="{041ED655-6919-4C30-AAE8-A94CC5C6E146}" type="pres">
      <dgm:prSet presAssocID="{FD253B75-2B00-40D0-8F61-8B33B54C28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79C89EE-0E2C-47CD-B0F8-B64C87937697}" type="pres">
      <dgm:prSet presAssocID="{8FF23420-16DA-4094-A95B-42B94027BC88}" presName="spacer" presStyleCnt="0"/>
      <dgm:spPr/>
    </dgm:pt>
    <dgm:pt modelId="{ACCB4DF5-F87F-4155-97E6-126BDBA30FD2}" type="pres">
      <dgm:prSet presAssocID="{F6E1424A-43FD-45FA-830A-5E9B1F070F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899629-BBE3-4050-9EE4-7B7846C501CF}" type="presOf" srcId="{69AB1A38-9C94-438D-9D96-1CB3D221CE90}" destId="{4556BF43-5467-4B08-B5F0-689A4918BFE8}" srcOrd="0" destOrd="0" presId="urn:microsoft.com/office/officeart/2005/8/layout/vList2"/>
    <dgm:cxn modelId="{5A8CEE38-F424-4623-AD23-EA1E9CF693ED}" srcId="{69AB1A38-9C94-438D-9D96-1CB3D221CE90}" destId="{F6E1424A-43FD-45FA-830A-5E9B1F070FC5}" srcOrd="2" destOrd="0" parTransId="{3EC04CE9-B72A-4179-ABA3-C5980EF6310C}" sibTransId="{C47B8267-F1B6-49BF-8F21-7250C47FEFDB}"/>
    <dgm:cxn modelId="{1D1F1A76-BA3E-4D46-951B-3E10FFA30B34}" type="presOf" srcId="{F6E1424A-43FD-45FA-830A-5E9B1F070FC5}" destId="{ACCB4DF5-F87F-4155-97E6-126BDBA30FD2}" srcOrd="0" destOrd="0" presId="urn:microsoft.com/office/officeart/2005/8/layout/vList2"/>
    <dgm:cxn modelId="{E066BD90-A1D6-4416-9836-B10EB699846A}" type="presOf" srcId="{171251EF-A4F9-479C-9D10-CF0B61C551C8}" destId="{FFBF8C56-F744-4473-8FF9-B4A9809CA414}" srcOrd="0" destOrd="0" presId="urn:microsoft.com/office/officeart/2005/8/layout/vList2"/>
    <dgm:cxn modelId="{15FA83AE-401D-41F0-9775-55D372255529}" srcId="{69AB1A38-9C94-438D-9D96-1CB3D221CE90}" destId="{171251EF-A4F9-479C-9D10-CF0B61C551C8}" srcOrd="0" destOrd="0" parTransId="{81B29ACC-5465-48CC-AFA9-DDB64B894036}" sibTransId="{BB60DAC6-D7DA-4BD6-BA25-36B4F7FF26BE}"/>
    <dgm:cxn modelId="{CBE80AD7-E769-4698-B4D5-B3AE2C65B70A}" srcId="{69AB1A38-9C94-438D-9D96-1CB3D221CE90}" destId="{FD253B75-2B00-40D0-8F61-8B33B54C280B}" srcOrd="1" destOrd="0" parTransId="{13F2A813-2BF9-4FA0-9614-AE374A9A7645}" sibTransId="{8FF23420-16DA-4094-A95B-42B94027BC88}"/>
    <dgm:cxn modelId="{BF91F4F1-ADB0-42F2-851D-6E029B9A3558}" type="presOf" srcId="{FD253B75-2B00-40D0-8F61-8B33B54C280B}" destId="{041ED655-6919-4C30-AAE8-A94CC5C6E146}" srcOrd="0" destOrd="0" presId="urn:microsoft.com/office/officeart/2005/8/layout/vList2"/>
    <dgm:cxn modelId="{706BD4CA-99A2-4EEB-A6F3-663D22BC0FE2}" type="presParOf" srcId="{4556BF43-5467-4B08-B5F0-689A4918BFE8}" destId="{FFBF8C56-F744-4473-8FF9-B4A9809CA414}" srcOrd="0" destOrd="0" presId="urn:microsoft.com/office/officeart/2005/8/layout/vList2"/>
    <dgm:cxn modelId="{43DDF468-6BF8-4D05-989B-308DE89DEF72}" type="presParOf" srcId="{4556BF43-5467-4B08-B5F0-689A4918BFE8}" destId="{A239E9B8-D742-4742-A683-29188D031A52}" srcOrd="1" destOrd="0" presId="urn:microsoft.com/office/officeart/2005/8/layout/vList2"/>
    <dgm:cxn modelId="{EB3BAB07-CA2D-4118-B4A3-34A42CCA776D}" type="presParOf" srcId="{4556BF43-5467-4B08-B5F0-689A4918BFE8}" destId="{041ED655-6919-4C30-AAE8-A94CC5C6E146}" srcOrd="2" destOrd="0" presId="urn:microsoft.com/office/officeart/2005/8/layout/vList2"/>
    <dgm:cxn modelId="{59770C83-1932-4ED3-A3CF-7A0CD6B85E67}" type="presParOf" srcId="{4556BF43-5467-4B08-B5F0-689A4918BFE8}" destId="{D79C89EE-0E2C-47CD-B0F8-B64C87937697}" srcOrd="3" destOrd="0" presId="urn:microsoft.com/office/officeart/2005/8/layout/vList2"/>
    <dgm:cxn modelId="{3DBA793F-26FE-4EAA-B1B7-D47853796DB8}" type="presParOf" srcId="{4556BF43-5467-4B08-B5F0-689A4918BFE8}" destId="{ACCB4DF5-F87F-4155-97E6-126BDBA30F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5D0D93-6B05-4950-8F44-078B793A35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2F5697-308F-4C6C-A629-164F0F42E3EF}">
      <dgm:prSet/>
      <dgm:spPr/>
      <dgm:t>
        <a:bodyPr/>
        <a:lstStyle/>
        <a:p>
          <a:r>
            <a:rPr lang="en-US"/>
            <a:t>Create deployment.yaml</a:t>
          </a:r>
        </a:p>
      </dgm:t>
    </dgm:pt>
    <dgm:pt modelId="{3120694F-BEBC-4C27-851F-85F21836502E}" type="parTrans" cxnId="{F763F6E3-37CD-4226-85F3-C10DEF90C9FE}">
      <dgm:prSet/>
      <dgm:spPr/>
      <dgm:t>
        <a:bodyPr/>
        <a:lstStyle/>
        <a:p>
          <a:endParaRPr lang="en-US"/>
        </a:p>
      </dgm:t>
    </dgm:pt>
    <dgm:pt modelId="{67746924-3727-419C-8219-708511B88A34}" type="sibTrans" cxnId="{F763F6E3-37CD-4226-85F3-C10DEF90C9FE}">
      <dgm:prSet/>
      <dgm:spPr/>
      <dgm:t>
        <a:bodyPr/>
        <a:lstStyle/>
        <a:p>
          <a:endParaRPr lang="en-US"/>
        </a:p>
      </dgm:t>
    </dgm:pt>
    <dgm:pt modelId="{F2C406BC-72CC-4928-B85F-C4EB1C651E0F}">
      <dgm:prSet/>
      <dgm:spPr/>
      <dgm:t>
        <a:bodyPr/>
        <a:lstStyle/>
        <a:p>
          <a:r>
            <a:rPr lang="en-US"/>
            <a:t>oc apply -f deployment.yaml</a:t>
          </a:r>
        </a:p>
      </dgm:t>
    </dgm:pt>
    <dgm:pt modelId="{4BFE04FE-5EF9-4AF9-81BC-5D09FB18A293}" type="parTrans" cxnId="{66449521-9325-4474-87C4-1DD232060436}">
      <dgm:prSet/>
      <dgm:spPr/>
      <dgm:t>
        <a:bodyPr/>
        <a:lstStyle/>
        <a:p>
          <a:endParaRPr lang="en-US"/>
        </a:p>
      </dgm:t>
    </dgm:pt>
    <dgm:pt modelId="{E77CE63D-DBA8-4126-BFA5-AC5C1353A598}" type="sibTrans" cxnId="{66449521-9325-4474-87C4-1DD232060436}">
      <dgm:prSet/>
      <dgm:spPr/>
      <dgm:t>
        <a:bodyPr/>
        <a:lstStyle/>
        <a:p>
          <a:endParaRPr lang="en-US"/>
        </a:p>
      </dgm:t>
    </dgm:pt>
    <dgm:pt modelId="{ED0499CE-851C-4AF3-8D2F-2B2602DDCF30}">
      <dgm:prSet/>
      <dgm:spPr/>
      <dgm:t>
        <a:bodyPr/>
        <a:lstStyle/>
        <a:p>
          <a:r>
            <a:rPr lang="en-US"/>
            <a:t>Verify pods using 'oc get pods'</a:t>
          </a:r>
        </a:p>
      </dgm:t>
    </dgm:pt>
    <dgm:pt modelId="{611C3AD0-E321-4DF8-9CA2-D66AA316F13B}" type="parTrans" cxnId="{03316A02-0736-43FB-BDBD-5AE1EFD91BED}">
      <dgm:prSet/>
      <dgm:spPr/>
      <dgm:t>
        <a:bodyPr/>
        <a:lstStyle/>
        <a:p>
          <a:endParaRPr lang="en-US"/>
        </a:p>
      </dgm:t>
    </dgm:pt>
    <dgm:pt modelId="{CE2AB796-18F6-463A-9C52-D406C960DA29}" type="sibTrans" cxnId="{03316A02-0736-43FB-BDBD-5AE1EFD91BED}">
      <dgm:prSet/>
      <dgm:spPr/>
      <dgm:t>
        <a:bodyPr/>
        <a:lstStyle/>
        <a:p>
          <a:endParaRPr lang="en-US"/>
        </a:p>
      </dgm:t>
    </dgm:pt>
    <dgm:pt modelId="{1CE19C96-CFD0-4F8E-9FD8-5D3167D5E8F0}" type="pres">
      <dgm:prSet presAssocID="{915D0D93-6B05-4950-8F44-078B793A35AC}" presName="linear" presStyleCnt="0">
        <dgm:presLayoutVars>
          <dgm:animLvl val="lvl"/>
          <dgm:resizeHandles val="exact"/>
        </dgm:presLayoutVars>
      </dgm:prSet>
      <dgm:spPr/>
    </dgm:pt>
    <dgm:pt modelId="{A96CA6DA-47E3-4B20-80F5-61F36154A3F6}" type="pres">
      <dgm:prSet presAssocID="{432F5697-308F-4C6C-A629-164F0F42E3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AF4D03-BB5E-43C3-AC48-77E41FB4C8EF}" type="pres">
      <dgm:prSet presAssocID="{67746924-3727-419C-8219-708511B88A34}" presName="spacer" presStyleCnt="0"/>
      <dgm:spPr/>
    </dgm:pt>
    <dgm:pt modelId="{51F2398E-F3EA-4B9F-AE82-9B448F2D168D}" type="pres">
      <dgm:prSet presAssocID="{F2C406BC-72CC-4928-B85F-C4EB1C651E0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002FF1-1B90-4BD9-BB6D-DF06ACE82C2B}" type="pres">
      <dgm:prSet presAssocID="{E77CE63D-DBA8-4126-BFA5-AC5C1353A598}" presName="spacer" presStyleCnt="0"/>
      <dgm:spPr/>
    </dgm:pt>
    <dgm:pt modelId="{B8CE11A8-EC6E-4B83-9F65-CA48CA4A1FE4}" type="pres">
      <dgm:prSet presAssocID="{ED0499CE-851C-4AF3-8D2F-2B2602DDCF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3316A02-0736-43FB-BDBD-5AE1EFD91BED}" srcId="{915D0D93-6B05-4950-8F44-078B793A35AC}" destId="{ED0499CE-851C-4AF3-8D2F-2B2602DDCF30}" srcOrd="2" destOrd="0" parTransId="{611C3AD0-E321-4DF8-9CA2-D66AA316F13B}" sibTransId="{CE2AB796-18F6-463A-9C52-D406C960DA29}"/>
    <dgm:cxn modelId="{66449521-9325-4474-87C4-1DD232060436}" srcId="{915D0D93-6B05-4950-8F44-078B793A35AC}" destId="{F2C406BC-72CC-4928-B85F-C4EB1C651E0F}" srcOrd="1" destOrd="0" parTransId="{4BFE04FE-5EF9-4AF9-81BC-5D09FB18A293}" sibTransId="{E77CE63D-DBA8-4126-BFA5-AC5C1353A598}"/>
    <dgm:cxn modelId="{18B94059-8025-4E17-92D6-09E84BDF31F4}" type="presOf" srcId="{915D0D93-6B05-4950-8F44-078B793A35AC}" destId="{1CE19C96-CFD0-4F8E-9FD8-5D3167D5E8F0}" srcOrd="0" destOrd="0" presId="urn:microsoft.com/office/officeart/2005/8/layout/vList2"/>
    <dgm:cxn modelId="{F960ED94-CEEB-4091-A6A8-838B6AC53C0D}" type="presOf" srcId="{432F5697-308F-4C6C-A629-164F0F42E3EF}" destId="{A96CA6DA-47E3-4B20-80F5-61F36154A3F6}" srcOrd="0" destOrd="0" presId="urn:microsoft.com/office/officeart/2005/8/layout/vList2"/>
    <dgm:cxn modelId="{A71E4499-0D55-4268-A417-9E9D99BBB57E}" type="presOf" srcId="{ED0499CE-851C-4AF3-8D2F-2B2602DDCF30}" destId="{B8CE11A8-EC6E-4B83-9F65-CA48CA4A1FE4}" srcOrd="0" destOrd="0" presId="urn:microsoft.com/office/officeart/2005/8/layout/vList2"/>
    <dgm:cxn modelId="{C0A689C7-6426-4031-ADD4-2926EE6D1A68}" type="presOf" srcId="{F2C406BC-72CC-4928-B85F-C4EB1C651E0F}" destId="{51F2398E-F3EA-4B9F-AE82-9B448F2D168D}" srcOrd="0" destOrd="0" presId="urn:microsoft.com/office/officeart/2005/8/layout/vList2"/>
    <dgm:cxn modelId="{F763F6E3-37CD-4226-85F3-C10DEF90C9FE}" srcId="{915D0D93-6B05-4950-8F44-078B793A35AC}" destId="{432F5697-308F-4C6C-A629-164F0F42E3EF}" srcOrd="0" destOrd="0" parTransId="{3120694F-BEBC-4C27-851F-85F21836502E}" sibTransId="{67746924-3727-419C-8219-708511B88A34}"/>
    <dgm:cxn modelId="{98E1DB93-715A-46AA-8D79-21E2804DE404}" type="presParOf" srcId="{1CE19C96-CFD0-4F8E-9FD8-5D3167D5E8F0}" destId="{A96CA6DA-47E3-4B20-80F5-61F36154A3F6}" srcOrd="0" destOrd="0" presId="urn:microsoft.com/office/officeart/2005/8/layout/vList2"/>
    <dgm:cxn modelId="{4905C959-848B-47A8-8F06-0871E117F201}" type="presParOf" srcId="{1CE19C96-CFD0-4F8E-9FD8-5D3167D5E8F0}" destId="{2FAF4D03-BB5E-43C3-AC48-77E41FB4C8EF}" srcOrd="1" destOrd="0" presId="urn:microsoft.com/office/officeart/2005/8/layout/vList2"/>
    <dgm:cxn modelId="{B8D34A75-6B1E-4CCD-BD11-73DD905FDE5E}" type="presParOf" srcId="{1CE19C96-CFD0-4F8E-9FD8-5D3167D5E8F0}" destId="{51F2398E-F3EA-4B9F-AE82-9B448F2D168D}" srcOrd="2" destOrd="0" presId="urn:microsoft.com/office/officeart/2005/8/layout/vList2"/>
    <dgm:cxn modelId="{FBA18ED4-91A1-4A35-9359-8469C1B8FDDB}" type="presParOf" srcId="{1CE19C96-CFD0-4F8E-9FD8-5D3167D5E8F0}" destId="{21002FF1-1B90-4BD9-BB6D-DF06ACE82C2B}" srcOrd="3" destOrd="0" presId="urn:microsoft.com/office/officeart/2005/8/layout/vList2"/>
    <dgm:cxn modelId="{B1F97225-FDA3-488E-86A3-BB544E157BB0}" type="presParOf" srcId="{1CE19C96-CFD0-4F8E-9FD8-5D3167D5E8F0}" destId="{B8CE11A8-EC6E-4B83-9F65-CA48CA4A1F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5AC6DDE-546F-43D5-859F-03596849369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57074D6-3DAD-4691-B85A-80854519E706}">
      <dgm:prSet/>
      <dgm:spPr/>
      <dgm:t>
        <a:bodyPr/>
        <a:lstStyle/>
        <a:p>
          <a:r>
            <a:rPr lang="en-US"/>
            <a:t>oc expose deployment nginx</a:t>
          </a:r>
        </a:p>
      </dgm:t>
    </dgm:pt>
    <dgm:pt modelId="{C0B518AF-AD1D-4387-856C-8324FFD43344}" type="parTrans" cxnId="{309452EE-88EB-483D-92E7-BF79F16E81CF}">
      <dgm:prSet/>
      <dgm:spPr/>
      <dgm:t>
        <a:bodyPr/>
        <a:lstStyle/>
        <a:p>
          <a:endParaRPr lang="en-US"/>
        </a:p>
      </dgm:t>
    </dgm:pt>
    <dgm:pt modelId="{26BCD7F7-E5C1-4F17-90BF-7E6932A51C01}" type="sibTrans" cxnId="{309452EE-88EB-483D-92E7-BF79F16E81CF}">
      <dgm:prSet/>
      <dgm:spPr/>
      <dgm:t>
        <a:bodyPr/>
        <a:lstStyle/>
        <a:p>
          <a:endParaRPr lang="en-US"/>
        </a:p>
      </dgm:t>
    </dgm:pt>
    <dgm:pt modelId="{2D680683-C77C-4BAE-B51B-72456F1BADF5}">
      <dgm:prSet/>
      <dgm:spPr/>
      <dgm:t>
        <a:bodyPr/>
        <a:lstStyle/>
        <a:p>
          <a:r>
            <a:rPr lang="en-US"/>
            <a:t>oc expose svc nginx</a:t>
          </a:r>
        </a:p>
      </dgm:t>
    </dgm:pt>
    <dgm:pt modelId="{B2CAF653-B121-4995-A2C4-01EA93929E18}" type="parTrans" cxnId="{D0CFD108-3CB3-452E-8275-F5F949126143}">
      <dgm:prSet/>
      <dgm:spPr/>
      <dgm:t>
        <a:bodyPr/>
        <a:lstStyle/>
        <a:p>
          <a:endParaRPr lang="en-US"/>
        </a:p>
      </dgm:t>
    </dgm:pt>
    <dgm:pt modelId="{029D6D08-ACAC-4A84-991D-1C1BDFE85A84}" type="sibTrans" cxnId="{D0CFD108-3CB3-452E-8275-F5F949126143}">
      <dgm:prSet/>
      <dgm:spPr/>
      <dgm:t>
        <a:bodyPr/>
        <a:lstStyle/>
        <a:p>
          <a:endParaRPr lang="en-US"/>
        </a:p>
      </dgm:t>
    </dgm:pt>
    <dgm:pt modelId="{A632F1CC-D030-408F-926D-E0A165900482}">
      <dgm:prSet/>
      <dgm:spPr/>
      <dgm:t>
        <a:bodyPr/>
        <a:lstStyle/>
        <a:p>
          <a:r>
            <a:rPr lang="en-US"/>
            <a:t>Access app via route URL</a:t>
          </a:r>
        </a:p>
      </dgm:t>
    </dgm:pt>
    <dgm:pt modelId="{2C9A6FFA-9D36-4EC9-8228-DDD16904A669}" type="parTrans" cxnId="{AB2DCFA9-B6C2-4169-A536-8DB54C385B5B}">
      <dgm:prSet/>
      <dgm:spPr/>
      <dgm:t>
        <a:bodyPr/>
        <a:lstStyle/>
        <a:p>
          <a:endParaRPr lang="en-US"/>
        </a:p>
      </dgm:t>
    </dgm:pt>
    <dgm:pt modelId="{1BE4801C-5E69-4D5F-B943-9A3E7EA7BB65}" type="sibTrans" cxnId="{AB2DCFA9-B6C2-4169-A536-8DB54C385B5B}">
      <dgm:prSet/>
      <dgm:spPr/>
      <dgm:t>
        <a:bodyPr/>
        <a:lstStyle/>
        <a:p>
          <a:endParaRPr lang="en-US"/>
        </a:p>
      </dgm:t>
    </dgm:pt>
    <dgm:pt modelId="{BF477287-DF16-4544-B74D-A526587EF9B8}" type="pres">
      <dgm:prSet presAssocID="{D5AC6DDE-546F-43D5-859F-035968493693}" presName="linear" presStyleCnt="0">
        <dgm:presLayoutVars>
          <dgm:animLvl val="lvl"/>
          <dgm:resizeHandles val="exact"/>
        </dgm:presLayoutVars>
      </dgm:prSet>
      <dgm:spPr/>
    </dgm:pt>
    <dgm:pt modelId="{22E66D4C-369E-4731-8D56-BB492A0857D9}" type="pres">
      <dgm:prSet presAssocID="{A57074D6-3DAD-4691-B85A-80854519E7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ED720A-081D-4609-B3DE-A7FED51A4297}" type="pres">
      <dgm:prSet presAssocID="{26BCD7F7-E5C1-4F17-90BF-7E6932A51C01}" presName="spacer" presStyleCnt="0"/>
      <dgm:spPr/>
    </dgm:pt>
    <dgm:pt modelId="{69C4A42F-8884-4C83-B9D0-FC6E8FC4E136}" type="pres">
      <dgm:prSet presAssocID="{2D680683-C77C-4BAE-B51B-72456F1BAD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6F19A5D-4810-4F62-86D3-A8E4246D2550}" type="pres">
      <dgm:prSet presAssocID="{029D6D08-ACAC-4A84-991D-1C1BDFE85A84}" presName="spacer" presStyleCnt="0"/>
      <dgm:spPr/>
    </dgm:pt>
    <dgm:pt modelId="{4036D9D9-55C2-4577-89BB-757550B72B99}" type="pres">
      <dgm:prSet presAssocID="{A632F1CC-D030-408F-926D-E0A16590048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5902204-E41C-41F4-8EF4-F09938146A8E}" type="presOf" srcId="{A632F1CC-D030-408F-926D-E0A165900482}" destId="{4036D9D9-55C2-4577-89BB-757550B72B99}" srcOrd="0" destOrd="0" presId="urn:microsoft.com/office/officeart/2005/8/layout/vList2"/>
    <dgm:cxn modelId="{D0CFD108-3CB3-452E-8275-F5F949126143}" srcId="{D5AC6DDE-546F-43D5-859F-035968493693}" destId="{2D680683-C77C-4BAE-B51B-72456F1BADF5}" srcOrd="1" destOrd="0" parTransId="{B2CAF653-B121-4995-A2C4-01EA93929E18}" sibTransId="{029D6D08-ACAC-4A84-991D-1C1BDFE85A84}"/>
    <dgm:cxn modelId="{08681412-8BDB-4CD8-953C-E7E028875F52}" type="presOf" srcId="{A57074D6-3DAD-4691-B85A-80854519E706}" destId="{22E66D4C-369E-4731-8D56-BB492A0857D9}" srcOrd="0" destOrd="0" presId="urn:microsoft.com/office/officeart/2005/8/layout/vList2"/>
    <dgm:cxn modelId="{6998735F-79B5-4A67-9315-F3D2D904ADF6}" type="presOf" srcId="{2D680683-C77C-4BAE-B51B-72456F1BADF5}" destId="{69C4A42F-8884-4C83-B9D0-FC6E8FC4E136}" srcOrd="0" destOrd="0" presId="urn:microsoft.com/office/officeart/2005/8/layout/vList2"/>
    <dgm:cxn modelId="{AB2DCFA9-B6C2-4169-A536-8DB54C385B5B}" srcId="{D5AC6DDE-546F-43D5-859F-035968493693}" destId="{A632F1CC-D030-408F-926D-E0A165900482}" srcOrd="2" destOrd="0" parTransId="{2C9A6FFA-9D36-4EC9-8228-DDD16904A669}" sibTransId="{1BE4801C-5E69-4D5F-B943-9A3E7EA7BB65}"/>
    <dgm:cxn modelId="{11E5ABCB-BF49-4D5E-B927-8EB59A5861F4}" type="presOf" srcId="{D5AC6DDE-546F-43D5-859F-035968493693}" destId="{BF477287-DF16-4544-B74D-A526587EF9B8}" srcOrd="0" destOrd="0" presId="urn:microsoft.com/office/officeart/2005/8/layout/vList2"/>
    <dgm:cxn modelId="{309452EE-88EB-483D-92E7-BF79F16E81CF}" srcId="{D5AC6DDE-546F-43D5-859F-035968493693}" destId="{A57074D6-3DAD-4691-B85A-80854519E706}" srcOrd="0" destOrd="0" parTransId="{C0B518AF-AD1D-4387-856C-8324FFD43344}" sibTransId="{26BCD7F7-E5C1-4F17-90BF-7E6932A51C01}"/>
    <dgm:cxn modelId="{DA3CF8C9-6EA8-4397-A3F3-E8430425CC6C}" type="presParOf" srcId="{BF477287-DF16-4544-B74D-A526587EF9B8}" destId="{22E66D4C-369E-4731-8D56-BB492A0857D9}" srcOrd="0" destOrd="0" presId="urn:microsoft.com/office/officeart/2005/8/layout/vList2"/>
    <dgm:cxn modelId="{F11583B9-EC22-4321-BC20-C2696A03773C}" type="presParOf" srcId="{BF477287-DF16-4544-B74D-A526587EF9B8}" destId="{89ED720A-081D-4609-B3DE-A7FED51A4297}" srcOrd="1" destOrd="0" presId="urn:microsoft.com/office/officeart/2005/8/layout/vList2"/>
    <dgm:cxn modelId="{6412E343-21A3-4BA9-B761-2BBA31FDCFF6}" type="presParOf" srcId="{BF477287-DF16-4544-B74D-A526587EF9B8}" destId="{69C4A42F-8884-4C83-B9D0-FC6E8FC4E136}" srcOrd="2" destOrd="0" presId="urn:microsoft.com/office/officeart/2005/8/layout/vList2"/>
    <dgm:cxn modelId="{5852AC1E-A21D-4969-B0D9-6A9AB5335C74}" type="presParOf" srcId="{BF477287-DF16-4544-B74D-A526587EF9B8}" destId="{D6F19A5D-4810-4F62-86D3-A8E4246D2550}" srcOrd="3" destOrd="0" presId="urn:microsoft.com/office/officeart/2005/8/layout/vList2"/>
    <dgm:cxn modelId="{AE802AD5-B9E3-4C5C-8CA2-DE125012C661}" type="presParOf" srcId="{BF477287-DF16-4544-B74D-A526587EF9B8}" destId="{4036D9D9-55C2-4577-89BB-757550B72B9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92C073E-ABB8-4B10-B84D-4BB83A9F946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4D84DC4-88FA-4988-9D75-E38E0C425440}">
      <dgm:prSet/>
      <dgm:spPr/>
      <dgm:t>
        <a:bodyPr/>
        <a:lstStyle/>
        <a:p>
          <a:r>
            <a:rPr lang="en-US"/>
            <a:t>Update replicas in YAML</a:t>
          </a:r>
        </a:p>
      </dgm:t>
    </dgm:pt>
    <dgm:pt modelId="{3A32BD67-2AC8-458E-B67A-ACF74DE5AB5C}" type="parTrans" cxnId="{7FD5078A-2477-4067-9A74-1515BBBA225C}">
      <dgm:prSet/>
      <dgm:spPr/>
      <dgm:t>
        <a:bodyPr/>
        <a:lstStyle/>
        <a:p>
          <a:endParaRPr lang="en-US"/>
        </a:p>
      </dgm:t>
    </dgm:pt>
    <dgm:pt modelId="{B777AC58-C39A-4A5E-9299-51EE53E5B5ED}" type="sibTrans" cxnId="{7FD5078A-2477-4067-9A74-1515BBBA225C}">
      <dgm:prSet/>
      <dgm:spPr/>
      <dgm:t>
        <a:bodyPr/>
        <a:lstStyle/>
        <a:p>
          <a:endParaRPr lang="en-US"/>
        </a:p>
      </dgm:t>
    </dgm:pt>
    <dgm:pt modelId="{D4877DED-5348-4C8F-9A22-9D966A3A548C}">
      <dgm:prSet/>
      <dgm:spPr/>
      <dgm:t>
        <a:bodyPr/>
        <a:lstStyle/>
        <a:p>
          <a:r>
            <a:rPr lang="en-US"/>
            <a:t>oc apply -f deployment.yaml</a:t>
          </a:r>
        </a:p>
      </dgm:t>
    </dgm:pt>
    <dgm:pt modelId="{44025497-1218-468A-9392-D0F008673573}" type="parTrans" cxnId="{064E3090-DB85-44CD-876F-BA775E7CAA61}">
      <dgm:prSet/>
      <dgm:spPr/>
      <dgm:t>
        <a:bodyPr/>
        <a:lstStyle/>
        <a:p>
          <a:endParaRPr lang="en-US"/>
        </a:p>
      </dgm:t>
    </dgm:pt>
    <dgm:pt modelId="{317A55C8-2845-4BD9-9BFD-676C780B5F42}" type="sibTrans" cxnId="{064E3090-DB85-44CD-876F-BA775E7CAA61}">
      <dgm:prSet/>
      <dgm:spPr/>
      <dgm:t>
        <a:bodyPr/>
        <a:lstStyle/>
        <a:p>
          <a:endParaRPr lang="en-US"/>
        </a:p>
      </dgm:t>
    </dgm:pt>
    <dgm:pt modelId="{8A3C8B2E-67B9-4241-AC96-8818860237FA}">
      <dgm:prSet/>
      <dgm:spPr/>
      <dgm:t>
        <a:bodyPr/>
        <a:lstStyle/>
        <a:p>
          <a:r>
            <a:rPr lang="en-US"/>
            <a:t>Verify scaling using 'oc get pods'</a:t>
          </a:r>
        </a:p>
      </dgm:t>
    </dgm:pt>
    <dgm:pt modelId="{B0BD7494-B323-43C5-8FFA-8EA723520FDF}" type="parTrans" cxnId="{877C1703-F69F-4BB9-BD7A-B54CAA6A8180}">
      <dgm:prSet/>
      <dgm:spPr/>
      <dgm:t>
        <a:bodyPr/>
        <a:lstStyle/>
        <a:p>
          <a:endParaRPr lang="en-US"/>
        </a:p>
      </dgm:t>
    </dgm:pt>
    <dgm:pt modelId="{C90EFC3D-1A25-4392-AE3B-048A886D8A3D}" type="sibTrans" cxnId="{877C1703-F69F-4BB9-BD7A-B54CAA6A8180}">
      <dgm:prSet/>
      <dgm:spPr/>
      <dgm:t>
        <a:bodyPr/>
        <a:lstStyle/>
        <a:p>
          <a:endParaRPr lang="en-US"/>
        </a:p>
      </dgm:t>
    </dgm:pt>
    <dgm:pt modelId="{6E1F3EE0-13E3-42D8-8518-05ADFDBD7DDB}" type="pres">
      <dgm:prSet presAssocID="{192C073E-ABB8-4B10-B84D-4BB83A9F946E}" presName="linear" presStyleCnt="0">
        <dgm:presLayoutVars>
          <dgm:animLvl val="lvl"/>
          <dgm:resizeHandles val="exact"/>
        </dgm:presLayoutVars>
      </dgm:prSet>
      <dgm:spPr/>
    </dgm:pt>
    <dgm:pt modelId="{2E71E745-71BA-4F42-A3E8-3841A01E6174}" type="pres">
      <dgm:prSet presAssocID="{C4D84DC4-88FA-4988-9D75-E38E0C4254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C8B1A4-D1E2-4DD4-877B-2B8A0982E942}" type="pres">
      <dgm:prSet presAssocID="{B777AC58-C39A-4A5E-9299-51EE53E5B5ED}" presName="spacer" presStyleCnt="0"/>
      <dgm:spPr/>
    </dgm:pt>
    <dgm:pt modelId="{38E73885-90EA-47BF-BCEC-0674377258E2}" type="pres">
      <dgm:prSet presAssocID="{D4877DED-5348-4C8F-9A22-9D966A3A54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95367E-3821-4688-B894-38E37A696F6D}" type="pres">
      <dgm:prSet presAssocID="{317A55C8-2845-4BD9-9BFD-676C780B5F42}" presName="spacer" presStyleCnt="0"/>
      <dgm:spPr/>
    </dgm:pt>
    <dgm:pt modelId="{8E2E42DC-FE9C-4533-88A2-89D8783DC773}" type="pres">
      <dgm:prSet presAssocID="{8A3C8B2E-67B9-4241-AC96-8818860237F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7C1703-F69F-4BB9-BD7A-B54CAA6A8180}" srcId="{192C073E-ABB8-4B10-B84D-4BB83A9F946E}" destId="{8A3C8B2E-67B9-4241-AC96-8818860237FA}" srcOrd="2" destOrd="0" parTransId="{B0BD7494-B323-43C5-8FFA-8EA723520FDF}" sibTransId="{C90EFC3D-1A25-4392-AE3B-048A886D8A3D}"/>
    <dgm:cxn modelId="{33C4B92A-0D43-4834-A81E-3462179F9E8E}" type="presOf" srcId="{192C073E-ABB8-4B10-B84D-4BB83A9F946E}" destId="{6E1F3EE0-13E3-42D8-8518-05ADFDBD7DDB}" srcOrd="0" destOrd="0" presId="urn:microsoft.com/office/officeart/2005/8/layout/vList2"/>
    <dgm:cxn modelId="{9AE0E055-8D7A-4A7E-B71F-D6E4F952B827}" type="presOf" srcId="{D4877DED-5348-4C8F-9A22-9D966A3A548C}" destId="{38E73885-90EA-47BF-BCEC-0674377258E2}" srcOrd="0" destOrd="0" presId="urn:microsoft.com/office/officeart/2005/8/layout/vList2"/>
    <dgm:cxn modelId="{7FD5078A-2477-4067-9A74-1515BBBA225C}" srcId="{192C073E-ABB8-4B10-B84D-4BB83A9F946E}" destId="{C4D84DC4-88FA-4988-9D75-E38E0C425440}" srcOrd="0" destOrd="0" parTransId="{3A32BD67-2AC8-458E-B67A-ACF74DE5AB5C}" sibTransId="{B777AC58-C39A-4A5E-9299-51EE53E5B5ED}"/>
    <dgm:cxn modelId="{064E3090-DB85-44CD-876F-BA775E7CAA61}" srcId="{192C073E-ABB8-4B10-B84D-4BB83A9F946E}" destId="{D4877DED-5348-4C8F-9A22-9D966A3A548C}" srcOrd="1" destOrd="0" parTransId="{44025497-1218-468A-9392-D0F008673573}" sibTransId="{317A55C8-2845-4BD9-9BFD-676C780B5F42}"/>
    <dgm:cxn modelId="{BD9C1094-30BB-42C0-B56D-DE87F8C5B873}" type="presOf" srcId="{C4D84DC4-88FA-4988-9D75-E38E0C425440}" destId="{2E71E745-71BA-4F42-A3E8-3841A01E6174}" srcOrd="0" destOrd="0" presId="urn:microsoft.com/office/officeart/2005/8/layout/vList2"/>
    <dgm:cxn modelId="{710504FA-A219-4987-9ABA-D3E77789381E}" type="presOf" srcId="{8A3C8B2E-67B9-4241-AC96-8818860237FA}" destId="{8E2E42DC-FE9C-4533-88A2-89D8783DC773}" srcOrd="0" destOrd="0" presId="urn:microsoft.com/office/officeart/2005/8/layout/vList2"/>
    <dgm:cxn modelId="{AB505623-FF52-442C-8D88-9B955104940E}" type="presParOf" srcId="{6E1F3EE0-13E3-42D8-8518-05ADFDBD7DDB}" destId="{2E71E745-71BA-4F42-A3E8-3841A01E6174}" srcOrd="0" destOrd="0" presId="urn:microsoft.com/office/officeart/2005/8/layout/vList2"/>
    <dgm:cxn modelId="{907180FB-17E3-4397-8939-51E08037C80C}" type="presParOf" srcId="{6E1F3EE0-13E3-42D8-8518-05ADFDBD7DDB}" destId="{E5C8B1A4-D1E2-4DD4-877B-2B8A0982E942}" srcOrd="1" destOrd="0" presId="urn:microsoft.com/office/officeart/2005/8/layout/vList2"/>
    <dgm:cxn modelId="{8C95FF31-88BE-4A38-8651-AF58CC745926}" type="presParOf" srcId="{6E1F3EE0-13E3-42D8-8518-05ADFDBD7DDB}" destId="{38E73885-90EA-47BF-BCEC-0674377258E2}" srcOrd="2" destOrd="0" presId="urn:microsoft.com/office/officeart/2005/8/layout/vList2"/>
    <dgm:cxn modelId="{A6BB4FDC-E90B-41DB-8514-342C30345EFB}" type="presParOf" srcId="{6E1F3EE0-13E3-42D8-8518-05ADFDBD7DDB}" destId="{6695367E-3821-4688-B894-38E37A696F6D}" srcOrd="3" destOrd="0" presId="urn:microsoft.com/office/officeart/2005/8/layout/vList2"/>
    <dgm:cxn modelId="{BA37FE0E-B5C8-4FC1-8B03-D8A69945CBF3}" type="presParOf" srcId="{6E1F3EE0-13E3-42D8-8518-05ADFDBD7DDB}" destId="{8E2E42DC-FE9C-4533-88A2-89D8783DC77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E533204-0FCE-49E4-98E5-E8BEC3ADD0B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B3F732-B285-420F-9827-61DBABDC8F94}">
      <dgm:prSet/>
      <dgm:spPr/>
      <dgm:t>
        <a:bodyPr/>
        <a:lstStyle/>
        <a:p>
          <a:r>
            <a:rPr lang="en-US"/>
            <a:t>oc create configmap</a:t>
          </a:r>
        </a:p>
      </dgm:t>
    </dgm:pt>
    <dgm:pt modelId="{1995121E-9B3C-4849-AA86-0E190AFBB737}" type="parTrans" cxnId="{D8D5D588-86B6-4E80-84B4-BE7C7739B6E2}">
      <dgm:prSet/>
      <dgm:spPr/>
      <dgm:t>
        <a:bodyPr/>
        <a:lstStyle/>
        <a:p>
          <a:endParaRPr lang="en-US"/>
        </a:p>
      </dgm:t>
    </dgm:pt>
    <dgm:pt modelId="{22A8708E-5704-4939-B50D-158F1627C6D1}" type="sibTrans" cxnId="{D8D5D588-86B6-4E80-84B4-BE7C7739B6E2}">
      <dgm:prSet/>
      <dgm:spPr/>
      <dgm:t>
        <a:bodyPr/>
        <a:lstStyle/>
        <a:p>
          <a:endParaRPr lang="en-US"/>
        </a:p>
      </dgm:t>
    </dgm:pt>
    <dgm:pt modelId="{436E1187-9D82-4C9C-955A-E6340D4C7A41}">
      <dgm:prSet/>
      <dgm:spPr/>
      <dgm:t>
        <a:bodyPr/>
        <a:lstStyle/>
        <a:p>
          <a:r>
            <a:rPr lang="en-US"/>
            <a:t>oc create secret</a:t>
          </a:r>
        </a:p>
      </dgm:t>
    </dgm:pt>
    <dgm:pt modelId="{9C01BA34-8BA4-454F-8AD5-8D145404BD7A}" type="parTrans" cxnId="{23E890C0-C441-4156-81CE-A8E240C65C9A}">
      <dgm:prSet/>
      <dgm:spPr/>
      <dgm:t>
        <a:bodyPr/>
        <a:lstStyle/>
        <a:p>
          <a:endParaRPr lang="en-US"/>
        </a:p>
      </dgm:t>
    </dgm:pt>
    <dgm:pt modelId="{191CB9E0-B0B1-463A-81E8-4471B58D5BC3}" type="sibTrans" cxnId="{23E890C0-C441-4156-81CE-A8E240C65C9A}">
      <dgm:prSet/>
      <dgm:spPr/>
      <dgm:t>
        <a:bodyPr/>
        <a:lstStyle/>
        <a:p>
          <a:endParaRPr lang="en-US"/>
        </a:p>
      </dgm:t>
    </dgm:pt>
    <dgm:pt modelId="{BEFDE81E-7314-4EEF-AA1B-6691C893FBB0}">
      <dgm:prSet/>
      <dgm:spPr/>
      <dgm:t>
        <a:bodyPr/>
        <a:lstStyle/>
        <a:p>
          <a:r>
            <a:rPr lang="en-US"/>
            <a:t>Use in applications for configuration</a:t>
          </a:r>
        </a:p>
      </dgm:t>
    </dgm:pt>
    <dgm:pt modelId="{3BE50ABB-51C8-4794-A353-1112B7CB25B4}" type="parTrans" cxnId="{511C4378-D3A3-426B-B344-22E0B5AC1F58}">
      <dgm:prSet/>
      <dgm:spPr/>
      <dgm:t>
        <a:bodyPr/>
        <a:lstStyle/>
        <a:p>
          <a:endParaRPr lang="en-US"/>
        </a:p>
      </dgm:t>
    </dgm:pt>
    <dgm:pt modelId="{AD7A9804-DCF0-4A4D-82A6-8E730459532B}" type="sibTrans" cxnId="{511C4378-D3A3-426B-B344-22E0B5AC1F58}">
      <dgm:prSet/>
      <dgm:spPr/>
      <dgm:t>
        <a:bodyPr/>
        <a:lstStyle/>
        <a:p>
          <a:endParaRPr lang="en-US"/>
        </a:p>
      </dgm:t>
    </dgm:pt>
    <dgm:pt modelId="{200F8F61-51C1-4237-8A35-AEC9DB1B08C8}" type="pres">
      <dgm:prSet presAssocID="{8E533204-0FCE-49E4-98E5-E8BEC3ADD0BA}" presName="linear" presStyleCnt="0">
        <dgm:presLayoutVars>
          <dgm:animLvl val="lvl"/>
          <dgm:resizeHandles val="exact"/>
        </dgm:presLayoutVars>
      </dgm:prSet>
      <dgm:spPr/>
    </dgm:pt>
    <dgm:pt modelId="{6D51107A-26D9-4AC6-9283-2A2CA2654881}" type="pres">
      <dgm:prSet presAssocID="{AAB3F732-B285-420F-9827-61DBABDC8F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89D29D-0376-49AC-9838-0E4AEBC882E3}" type="pres">
      <dgm:prSet presAssocID="{22A8708E-5704-4939-B50D-158F1627C6D1}" presName="spacer" presStyleCnt="0"/>
      <dgm:spPr/>
    </dgm:pt>
    <dgm:pt modelId="{E8D1BA40-97CA-4135-A9B8-38C70AE0814E}" type="pres">
      <dgm:prSet presAssocID="{436E1187-9D82-4C9C-955A-E6340D4C7A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833EA89-4FAA-467A-ACEF-C89E720BD3AB}" type="pres">
      <dgm:prSet presAssocID="{191CB9E0-B0B1-463A-81E8-4471B58D5BC3}" presName="spacer" presStyleCnt="0"/>
      <dgm:spPr/>
    </dgm:pt>
    <dgm:pt modelId="{95059764-B3E1-4252-B2CA-04691ED1920C}" type="pres">
      <dgm:prSet presAssocID="{BEFDE81E-7314-4EEF-AA1B-6691C893FBB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D4A753F-BDE7-40EA-AB36-FD8073C7C56E}" type="presOf" srcId="{AAB3F732-B285-420F-9827-61DBABDC8F94}" destId="{6D51107A-26D9-4AC6-9283-2A2CA2654881}" srcOrd="0" destOrd="0" presId="urn:microsoft.com/office/officeart/2005/8/layout/vList2"/>
    <dgm:cxn modelId="{26BECD60-C4C8-40EC-A50A-8744414928AC}" type="presOf" srcId="{BEFDE81E-7314-4EEF-AA1B-6691C893FBB0}" destId="{95059764-B3E1-4252-B2CA-04691ED1920C}" srcOrd="0" destOrd="0" presId="urn:microsoft.com/office/officeart/2005/8/layout/vList2"/>
    <dgm:cxn modelId="{511C4378-D3A3-426B-B344-22E0B5AC1F58}" srcId="{8E533204-0FCE-49E4-98E5-E8BEC3ADD0BA}" destId="{BEFDE81E-7314-4EEF-AA1B-6691C893FBB0}" srcOrd="2" destOrd="0" parTransId="{3BE50ABB-51C8-4794-A353-1112B7CB25B4}" sibTransId="{AD7A9804-DCF0-4A4D-82A6-8E730459532B}"/>
    <dgm:cxn modelId="{D8D5D588-86B6-4E80-84B4-BE7C7739B6E2}" srcId="{8E533204-0FCE-49E4-98E5-E8BEC3ADD0BA}" destId="{AAB3F732-B285-420F-9827-61DBABDC8F94}" srcOrd="0" destOrd="0" parTransId="{1995121E-9B3C-4849-AA86-0E190AFBB737}" sibTransId="{22A8708E-5704-4939-B50D-158F1627C6D1}"/>
    <dgm:cxn modelId="{99B7809C-87D0-4B1A-9510-0BFB61476B11}" type="presOf" srcId="{436E1187-9D82-4C9C-955A-E6340D4C7A41}" destId="{E8D1BA40-97CA-4135-A9B8-38C70AE0814E}" srcOrd="0" destOrd="0" presId="urn:microsoft.com/office/officeart/2005/8/layout/vList2"/>
    <dgm:cxn modelId="{4785B99D-D692-4A60-8C6B-3E036120F154}" type="presOf" srcId="{8E533204-0FCE-49E4-98E5-E8BEC3ADD0BA}" destId="{200F8F61-51C1-4237-8A35-AEC9DB1B08C8}" srcOrd="0" destOrd="0" presId="urn:microsoft.com/office/officeart/2005/8/layout/vList2"/>
    <dgm:cxn modelId="{23E890C0-C441-4156-81CE-A8E240C65C9A}" srcId="{8E533204-0FCE-49E4-98E5-E8BEC3ADD0BA}" destId="{436E1187-9D82-4C9C-955A-E6340D4C7A41}" srcOrd="1" destOrd="0" parTransId="{9C01BA34-8BA4-454F-8AD5-8D145404BD7A}" sibTransId="{191CB9E0-B0B1-463A-81E8-4471B58D5BC3}"/>
    <dgm:cxn modelId="{26DC30A0-159C-4B69-A6D5-CCA9E91417D3}" type="presParOf" srcId="{200F8F61-51C1-4237-8A35-AEC9DB1B08C8}" destId="{6D51107A-26D9-4AC6-9283-2A2CA2654881}" srcOrd="0" destOrd="0" presId="urn:microsoft.com/office/officeart/2005/8/layout/vList2"/>
    <dgm:cxn modelId="{0A5B64F3-2184-4B28-8D7B-4256F90E85AC}" type="presParOf" srcId="{200F8F61-51C1-4237-8A35-AEC9DB1B08C8}" destId="{5C89D29D-0376-49AC-9838-0E4AEBC882E3}" srcOrd="1" destOrd="0" presId="urn:microsoft.com/office/officeart/2005/8/layout/vList2"/>
    <dgm:cxn modelId="{C688273C-ACA5-436A-A40C-AB3240346E72}" type="presParOf" srcId="{200F8F61-51C1-4237-8A35-AEC9DB1B08C8}" destId="{E8D1BA40-97CA-4135-A9B8-38C70AE0814E}" srcOrd="2" destOrd="0" presId="urn:microsoft.com/office/officeart/2005/8/layout/vList2"/>
    <dgm:cxn modelId="{BC040C34-23D8-4F9C-9AAD-F9800E42023A}" type="presParOf" srcId="{200F8F61-51C1-4237-8A35-AEC9DB1B08C8}" destId="{4833EA89-4FAA-467A-ACEF-C89E720BD3AB}" srcOrd="3" destOrd="0" presId="urn:microsoft.com/office/officeart/2005/8/layout/vList2"/>
    <dgm:cxn modelId="{52465EE6-DE6B-4212-BC7D-5F8DC2D5B219}" type="presParOf" srcId="{200F8F61-51C1-4237-8A35-AEC9DB1B08C8}" destId="{95059764-B3E1-4252-B2CA-04691ED1920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CFA9716-3E56-4661-89C9-A8083DA2FF5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61263D-D428-45ED-B776-40CDCDAF5D4F}">
      <dgm:prSet/>
      <dgm:spPr/>
      <dgm:t>
        <a:bodyPr/>
        <a:lstStyle/>
        <a:p>
          <a:r>
            <a:rPr lang="en-US"/>
            <a:t>Declarative model is key in OpenShift</a:t>
          </a:r>
        </a:p>
      </dgm:t>
    </dgm:pt>
    <dgm:pt modelId="{3D070C26-8928-467C-8F40-8A0B542F7BC4}" type="parTrans" cxnId="{41ADF88D-5961-45DA-9FB8-0E1DDBECC62B}">
      <dgm:prSet/>
      <dgm:spPr/>
      <dgm:t>
        <a:bodyPr/>
        <a:lstStyle/>
        <a:p>
          <a:endParaRPr lang="en-US"/>
        </a:p>
      </dgm:t>
    </dgm:pt>
    <dgm:pt modelId="{A1827D3A-11AE-4E9E-B864-F948A16D00FC}" type="sibTrans" cxnId="{41ADF88D-5961-45DA-9FB8-0E1DDBECC62B}">
      <dgm:prSet/>
      <dgm:spPr/>
      <dgm:t>
        <a:bodyPr/>
        <a:lstStyle/>
        <a:p>
          <a:endParaRPr lang="en-US"/>
        </a:p>
      </dgm:t>
    </dgm:pt>
    <dgm:pt modelId="{E2385F48-C21B-4D32-829F-35C4C1E50B4C}">
      <dgm:prSet/>
      <dgm:spPr/>
      <dgm:t>
        <a:bodyPr/>
        <a:lstStyle/>
        <a:p>
          <a:r>
            <a:rPr lang="en-US"/>
            <a:t>YAML defines application state</a:t>
          </a:r>
        </a:p>
      </dgm:t>
    </dgm:pt>
    <dgm:pt modelId="{4EA5A7D8-8BB1-4D42-981E-6A104E60491D}" type="parTrans" cxnId="{C72A5395-9206-4233-942A-E7ACD54684ED}">
      <dgm:prSet/>
      <dgm:spPr/>
      <dgm:t>
        <a:bodyPr/>
        <a:lstStyle/>
        <a:p>
          <a:endParaRPr lang="en-US"/>
        </a:p>
      </dgm:t>
    </dgm:pt>
    <dgm:pt modelId="{24782A90-0E05-497E-B05C-1F8A02BC0095}" type="sibTrans" cxnId="{C72A5395-9206-4233-942A-E7ACD54684ED}">
      <dgm:prSet/>
      <dgm:spPr/>
      <dgm:t>
        <a:bodyPr/>
        <a:lstStyle/>
        <a:p>
          <a:endParaRPr lang="en-US"/>
        </a:p>
      </dgm:t>
    </dgm:pt>
    <dgm:pt modelId="{D048552A-E7D0-4C4A-8E62-624992E64FC5}">
      <dgm:prSet/>
      <dgm:spPr/>
      <dgm:t>
        <a:bodyPr/>
        <a:lstStyle/>
        <a:p>
          <a:r>
            <a:rPr lang="en-US" dirty="0"/>
            <a:t>Templates &amp; Helm Based Packages</a:t>
          </a:r>
        </a:p>
      </dgm:t>
    </dgm:pt>
    <dgm:pt modelId="{CDE9B554-8A5B-444C-80AC-BC21918F58E6}" type="parTrans" cxnId="{6899AA43-5C62-4319-A177-94BE5AF1097D}">
      <dgm:prSet/>
      <dgm:spPr/>
      <dgm:t>
        <a:bodyPr/>
        <a:lstStyle/>
        <a:p>
          <a:endParaRPr lang="en-US"/>
        </a:p>
      </dgm:t>
    </dgm:pt>
    <dgm:pt modelId="{C38B5C7F-74FA-4485-BB7E-903AF11D98FF}" type="sibTrans" cxnId="{6899AA43-5C62-4319-A177-94BE5AF1097D}">
      <dgm:prSet/>
      <dgm:spPr/>
      <dgm:t>
        <a:bodyPr/>
        <a:lstStyle/>
        <a:p>
          <a:endParaRPr lang="en-US"/>
        </a:p>
      </dgm:t>
    </dgm:pt>
    <dgm:pt modelId="{AB4489FE-0C9B-47E9-B4D4-7057A93454CE}">
      <dgm:prSet/>
      <dgm:spPr/>
      <dgm:t>
        <a:bodyPr/>
        <a:lstStyle/>
        <a:p>
          <a:r>
            <a:rPr lang="en-US"/>
            <a:t>ConfigMaps and Secrets manage config</a:t>
          </a:r>
        </a:p>
      </dgm:t>
    </dgm:pt>
    <dgm:pt modelId="{8D141530-2473-4C96-A5B8-C9BBCC52E1EB}" type="parTrans" cxnId="{8F28B9D8-5F41-4B87-8D64-73866F7F1ACA}">
      <dgm:prSet/>
      <dgm:spPr/>
      <dgm:t>
        <a:bodyPr/>
        <a:lstStyle/>
        <a:p>
          <a:endParaRPr lang="en-US"/>
        </a:p>
      </dgm:t>
    </dgm:pt>
    <dgm:pt modelId="{A1C3268F-1B22-4A35-B04B-F7327ADD65A1}" type="sibTrans" cxnId="{8F28B9D8-5F41-4B87-8D64-73866F7F1ACA}">
      <dgm:prSet/>
      <dgm:spPr/>
      <dgm:t>
        <a:bodyPr/>
        <a:lstStyle/>
        <a:p>
          <a:endParaRPr lang="en-US"/>
        </a:p>
      </dgm:t>
    </dgm:pt>
    <dgm:pt modelId="{C9464147-4487-4348-AD0B-45CDC73135C5}">
      <dgm:prSet/>
      <dgm:spPr/>
      <dgm:t>
        <a:bodyPr/>
        <a:lstStyle/>
        <a:p>
          <a:r>
            <a:rPr lang="en-US"/>
            <a:t>Hands-on builds real understanding</a:t>
          </a:r>
        </a:p>
      </dgm:t>
    </dgm:pt>
    <dgm:pt modelId="{4ACF09CB-ED19-45D0-84CC-513FAC89A646}" type="parTrans" cxnId="{B5AEC409-8E78-4C30-A88E-0781532938AE}">
      <dgm:prSet/>
      <dgm:spPr/>
      <dgm:t>
        <a:bodyPr/>
        <a:lstStyle/>
        <a:p>
          <a:endParaRPr lang="en-US"/>
        </a:p>
      </dgm:t>
    </dgm:pt>
    <dgm:pt modelId="{8127323D-26A5-4844-B4C5-796BE639C263}" type="sibTrans" cxnId="{B5AEC409-8E78-4C30-A88E-0781532938AE}">
      <dgm:prSet/>
      <dgm:spPr/>
      <dgm:t>
        <a:bodyPr/>
        <a:lstStyle/>
        <a:p>
          <a:endParaRPr lang="en-US"/>
        </a:p>
      </dgm:t>
    </dgm:pt>
    <dgm:pt modelId="{2506F8BC-4E71-475D-B3FD-461AE01EACB1}" type="pres">
      <dgm:prSet presAssocID="{8CFA9716-3E56-4661-89C9-A8083DA2FF5B}" presName="linear" presStyleCnt="0">
        <dgm:presLayoutVars>
          <dgm:animLvl val="lvl"/>
          <dgm:resizeHandles val="exact"/>
        </dgm:presLayoutVars>
      </dgm:prSet>
      <dgm:spPr/>
    </dgm:pt>
    <dgm:pt modelId="{B26FBCD4-817B-4981-821D-5BB5436B8DEB}" type="pres">
      <dgm:prSet presAssocID="{D761263D-D428-45ED-B776-40CDCDAF5D4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B906EE8-5496-4958-9D83-E06E8CF944B5}" type="pres">
      <dgm:prSet presAssocID="{A1827D3A-11AE-4E9E-B864-F948A16D00FC}" presName="spacer" presStyleCnt="0"/>
      <dgm:spPr/>
    </dgm:pt>
    <dgm:pt modelId="{7FEFEBF7-3B40-489E-BDEB-AF1A8D83145E}" type="pres">
      <dgm:prSet presAssocID="{E2385F48-C21B-4D32-829F-35C4C1E50B4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BA6269-C041-42FA-B2A3-F2758BC0E7D9}" type="pres">
      <dgm:prSet presAssocID="{24782A90-0E05-497E-B05C-1F8A02BC0095}" presName="spacer" presStyleCnt="0"/>
      <dgm:spPr/>
    </dgm:pt>
    <dgm:pt modelId="{966E3AAB-E18E-48DD-9611-CEECDAEE394D}" type="pres">
      <dgm:prSet presAssocID="{D048552A-E7D0-4C4A-8E62-624992E64FC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0DF394-BB7E-4F91-B295-072BFFE2E525}" type="pres">
      <dgm:prSet presAssocID="{C38B5C7F-74FA-4485-BB7E-903AF11D98FF}" presName="spacer" presStyleCnt="0"/>
      <dgm:spPr/>
    </dgm:pt>
    <dgm:pt modelId="{FA286EB3-8453-40CB-856E-6FB9E8807736}" type="pres">
      <dgm:prSet presAssocID="{AB4489FE-0C9B-47E9-B4D4-7057A93454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4D282AB-1158-47E4-8343-484170F908B3}" type="pres">
      <dgm:prSet presAssocID="{A1C3268F-1B22-4A35-B04B-F7327ADD65A1}" presName="spacer" presStyleCnt="0"/>
      <dgm:spPr/>
    </dgm:pt>
    <dgm:pt modelId="{30EC2775-63EB-444F-AEEE-EE5700DD843A}" type="pres">
      <dgm:prSet presAssocID="{C9464147-4487-4348-AD0B-45CDC73135C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5AEC409-8E78-4C30-A88E-0781532938AE}" srcId="{8CFA9716-3E56-4661-89C9-A8083DA2FF5B}" destId="{C9464147-4487-4348-AD0B-45CDC73135C5}" srcOrd="4" destOrd="0" parTransId="{4ACF09CB-ED19-45D0-84CC-513FAC89A646}" sibTransId="{8127323D-26A5-4844-B4C5-796BE639C263}"/>
    <dgm:cxn modelId="{20D9B20C-2984-471F-AB67-24AB6A2A192F}" type="presOf" srcId="{D761263D-D428-45ED-B776-40CDCDAF5D4F}" destId="{B26FBCD4-817B-4981-821D-5BB5436B8DEB}" srcOrd="0" destOrd="0" presId="urn:microsoft.com/office/officeart/2005/8/layout/vList2"/>
    <dgm:cxn modelId="{7024D82F-E903-45D9-B0E8-20DFC54D62FB}" type="presOf" srcId="{D048552A-E7D0-4C4A-8E62-624992E64FC5}" destId="{966E3AAB-E18E-48DD-9611-CEECDAEE394D}" srcOrd="0" destOrd="0" presId="urn:microsoft.com/office/officeart/2005/8/layout/vList2"/>
    <dgm:cxn modelId="{4CCF8C36-5DB8-49D5-8E65-55DC9722A98A}" type="presOf" srcId="{8CFA9716-3E56-4661-89C9-A8083DA2FF5B}" destId="{2506F8BC-4E71-475D-B3FD-461AE01EACB1}" srcOrd="0" destOrd="0" presId="urn:microsoft.com/office/officeart/2005/8/layout/vList2"/>
    <dgm:cxn modelId="{6899AA43-5C62-4319-A177-94BE5AF1097D}" srcId="{8CFA9716-3E56-4661-89C9-A8083DA2FF5B}" destId="{D048552A-E7D0-4C4A-8E62-624992E64FC5}" srcOrd="2" destOrd="0" parTransId="{CDE9B554-8A5B-444C-80AC-BC21918F58E6}" sibTransId="{C38B5C7F-74FA-4485-BB7E-903AF11D98FF}"/>
    <dgm:cxn modelId="{41ADF88D-5961-45DA-9FB8-0E1DDBECC62B}" srcId="{8CFA9716-3E56-4661-89C9-A8083DA2FF5B}" destId="{D761263D-D428-45ED-B776-40CDCDAF5D4F}" srcOrd="0" destOrd="0" parTransId="{3D070C26-8928-467C-8F40-8A0B542F7BC4}" sibTransId="{A1827D3A-11AE-4E9E-B864-F948A16D00FC}"/>
    <dgm:cxn modelId="{C72A5395-9206-4233-942A-E7ACD54684ED}" srcId="{8CFA9716-3E56-4661-89C9-A8083DA2FF5B}" destId="{E2385F48-C21B-4D32-829F-35C4C1E50B4C}" srcOrd="1" destOrd="0" parTransId="{4EA5A7D8-8BB1-4D42-981E-6A104E60491D}" sibTransId="{24782A90-0E05-497E-B05C-1F8A02BC0095}"/>
    <dgm:cxn modelId="{74FBF8B4-0296-402D-A0A4-01B6F8AB2728}" type="presOf" srcId="{C9464147-4487-4348-AD0B-45CDC73135C5}" destId="{30EC2775-63EB-444F-AEEE-EE5700DD843A}" srcOrd="0" destOrd="0" presId="urn:microsoft.com/office/officeart/2005/8/layout/vList2"/>
    <dgm:cxn modelId="{4EFC68B8-FCFB-4664-8842-28EE74FC1255}" type="presOf" srcId="{AB4489FE-0C9B-47E9-B4D4-7057A93454CE}" destId="{FA286EB3-8453-40CB-856E-6FB9E8807736}" srcOrd="0" destOrd="0" presId="urn:microsoft.com/office/officeart/2005/8/layout/vList2"/>
    <dgm:cxn modelId="{8F28B9D8-5F41-4B87-8D64-73866F7F1ACA}" srcId="{8CFA9716-3E56-4661-89C9-A8083DA2FF5B}" destId="{AB4489FE-0C9B-47E9-B4D4-7057A93454CE}" srcOrd="3" destOrd="0" parTransId="{8D141530-2473-4C96-A5B8-C9BBCC52E1EB}" sibTransId="{A1C3268F-1B22-4A35-B04B-F7327ADD65A1}"/>
    <dgm:cxn modelId="{A13185E4-A5D2-46EA-AFB7-B692A340A651}" type="presOf" srcId="{E2385F48-C21B-4D32-829F-35C4C1E50B4C}" destId="{7FEFEBF7-3B40-489E-BDEB-AF1A8D83145E}" srcOrd="0" destOrd="0" presId="urn:microsoft.com/office/officeart/2005/8/layout/vList2"/>
    <dgm:cxn modelId="{E8A1A4FE-E164-4D77-91E3-8EE846EA762F}" type="presParOf" srcId="{2506F8BC-4E71-475D-B3FD-461AE01EACB1}" destId="{B26FBCD4-817B-4981-821D-5BB5436B8DEB}" srcOrd="0" destOrd="0" presId="urn:microsoft.com/office/officeart/2005/8/layout/vList2"/>
    <dgm:cxn modelId="{34C9A184-CDEA-476E-9C5A-97E2FF22B55D}" type="presParOf" srcId="{2506F8BC-4E71-475D-B3FD-461AE01EACB1}" destId="{BB906EE8-5496-4958-9D83-E06E8CF944B5}" srcOrd="1" destOrd="0" presId="urn:microsoft.com/office/officeart/2005/8/layout/vList2"/>
    <dgm:cxn modelId="{A558539A-ACD0-41E6-89A5-E060E191BD78}" type="presParOf" srcId="{2506F8BC-4E71-475D-B3FD-461AE01EACB1}" destId="{7FEFEBF7-3B40-489E-BDEB-AF1A8D83145E}" srcOrd="2" destOrd="0" presId="urn:microsoft.com/office/officeart/2005/8/layout/vList2"/>
    <dgm:cxn modelId="{5CF8CF4D-6EA5-42FE-82A3-9DAF3B144EBB}" type="presParOf" srcId="{2506F8BC-4E71-475D-B3FD-461AE01EACB1}" destId="{1FBA6269-C041-42FA-B2A3-F2758BC0E7D9}" srcOrd="3" destOrd="0" presId="urn:microsoft.com/office/officeart/2005/8/layout/vList2"/>
    <dgm:cxn modelId="{8FED1174-C846-4142-884D-7D71F4BB15C7}" type="presParOf" srcId="{2506F8BC-4E71-475D-B3FD-461AE01EACB1}" destId="{966E3AAB-E18E-48DD-9611-CEECDAEE394D}" srcOrd="4" destOrd="0" presId="urn:microsoft.com/office/officeart/2005/8/layout/vList2"/>
    <dgm:cxn modelId="{54D66F25-2062-4C3F-B208-4112D2B43A31}" type="presParOf" srcId="{2506F8BC-4E71-475D-B3FD-461AE01EACB1}" destId="{9B0DF394-BB7E-4F91-B295-072BFFE2E525}" srcOrd="5" destOrd="0" presId="urn:microsoft.com/office/officeart/2005/8/layout/vList2"/>
    <dgm:cxn modelId="{55386226-F284-4789-A583-C9AF6DDD042C}" type="presParOf" srcId="{2506F8BC-4E71-475D-B3FD-461AE01EACB1}" destId="{FA286EB3-8453-40CB-856E-6FB9E8807736}" srcOrd="6" destOrd="0" presId="urn:microsoft.com/office/officeart/2005/8/layout/vList2"/>
    <dgm:cxn modelId="{09288E4F-D98C-4FA0-8119-93BB019006A2}" type="presParOf" srcId="{2506F8BC-4E71-475D-B3FD-461AE01EACB1}" destId="{F4D282AB-1158-47E4-8343-484170F908B3}" srcOrd="7" destOrd="0" presId="urn:microsoft.com/office/officeart/2005/8/layout/vList2"/>
    <dgm:cxn modelId="{89A939D9-15EB-4D02-9172-2D8C8AD1C8DD}" type="presParOf" srcId="{2506F8BC-4E71-475D-B3FD-461AE01EACB1}" destId="{30EC2775-63EB-444F-AEEE-EE5700DD84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52187-A0E8-44C9-A8DB-D7E6039C0EE5}">
      <dsp:nvSpPr>
        <dsp:cNvPr id="0" name=""/>
        <dsp:cNvSpPr/>
      </dsp:nvSpPr>
      <dsp:spPr>
        <a:xfrm>
          <a:off x="2985049" y="633430"/>
          <a:ext cx="4885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576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6358" y="676554"/>
        <a:ext cx="25958" cy="5191"/>
      </dsp:txXfrm>
    </dsp:sp>
    <dsp:sp modelId="{798BA255-5E9B-4C8D-84CC-CE954A868AEB}">
      <dsp:nvSpPr>
        <dsp:cNvPr id="0" name=""/>
        <dsp:cNvSpPr/>
      </dsp:nvSpPr>
      <dsp:spPr>
        <a:xfrm>
          <a:off x="729560" y="1963"/>
          <a:ext cx="2257288" cy="1354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609" tIns="116104" rIns="110609" bIns="1161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Understand declarative vs imperative</a:t>
          </a:r>
        </a:p>
      </dsp:txBody>
      <dsp:txXfrm>
        <a:off x="729560" y="1963"/>
        <a:ext cx="2257288" cy="1354373"/>
      </dsp:txXfrm>
    </dsp:sp>
    <dsp:sp modelId="{7EF569DE-AD45-46DF-A2C4-3F0E83EB7A76}">
      <dsp:nvSpPr>
        <dsp:cNvPr id="0" name=""/>
        <dsp:cNvSpPr/>
      </dsp:nvSpPr>
      <dsp:spPr>
        <a:xfrm>
          <a:off x="1858205" y="1354537"/>
          <a:ext cx="2776464" cy="488576"/>
        </a:xfrm>
        <a:custGeom>
          <a:avLst/>
          <a:gdLst/>
          <a:ahLst/>
          <a:cxnLst/>
          <a:rect l="0" t="0" r="0" b="0"/>
          <a:pathLst>
            <a:path>
              <a:moveTo>
                <a:pt x="2776464" y="0"/>
              </a:moveTo>
              <a:lnTo>
                <a:pt x="2776464" y="261388"/>
              </a:lnTo>
              <a:lnTo>
                <a:pt x="0" y="261388"/>
              </a:lnTo>
              <a:lnTo>
                <a:pt x="0" y="488576"/>
              </a:lnTo>
            </a:path>
          </a:pathLst>
        </a:custGeom>
        <a:noFill/>
        <a:ln w="952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75822" y="1596229"/>
        <a:ext cx="141229" cy="5191"/>
      </dsp:txXfrm>
    </dsp:sp>
    <dsp:sp modelId="{7919E6D9-5BAD-4186-B02E-F365C5D953B3}">
      <dsp:nvSpPr>
        <dsp:cNvPr id="0" name=""/>
        <dsp:cNvSpPr/>
      </dsp:nvSpPr>
      <dsp:spPr>
        <a:xfrm>
          <a:off x="3506025" y="1963"/>
          <a:ext cx="2257288" cy="1354373"/>
        </a:xfrm>
        <a:prstGeom prst="rect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609" tIns="116104" rIns="110609" bIns="1161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Deploy apps using YAML manifests</a:t>
          </a:r>
        </a:p>
      </dsp:txBody>
      <dsp:txXfrm>
        <a:off x="3506025" y="1963"/>
        <a:ext cx="2257288" cy="1354373"/>
      </dsp:txXfrm>
    </dsp:sp>
    <dsp:sp modelId="{DF3F92E5-A6F4-41AE-82FD-8307518B9A8F}">
      <dsp:nvSpPr>
        <dsp:cNvPr id="0" name=""/>
        <dsp:cNvSpPr/>
      </dsp:nvSpPr>
      <dsp:spPr>
        <a:xfrm>
          <a:off x="2985049" y="2506979"/>
          <a:ext cx="4885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576" y="45720"/>
              </a:lnTo>
            </a:path>
          </a:pathLst>
        </a:custGeom>
        <a:noFill/>
        <a:ln w="952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6358" y="2550104"/>
        <a:ext cx="25958" cy="5191"/>
      </dsp:txXfrm>
    </dsp:sp>
    <dsp:sp modelId="{8E7C027D-F422-437E-A2AA-F39ADA9E0AFC}">
      <dsp:nvSpPr>
        <dsp:cNvPr id="0" name=""/>
        <dsp:cNvSpPr/>
      </dsp:nvSpPr>
      <dsp:spPr>
        <a:xfrm>
          <a:off x="729560" y="1875513"/>
          <a:ext cx="2257288" cy="1354373"/>
        </a:xfrm>
        <a:prstGeom prst="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609" tIns="116104" rIns="110609" bIns="1161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Expose applications (Service + Route)</a:t>
          </a:r>
        </a:p>
      </dsp:txBody>
      <dsp:txXfrm>
        <a:off x="729560" y="1875513"/>
        <a:ext cx="2257288" cy="1354373"/>
      </dsp:txXfrm>
    </dsp:sp>
    <dsp:sp modelId="{DF13487F-7890-42AC-B84B-A149422E4661}">
      <dsp:nvSpPr>
        <dsp:cNvPr id="0" name=""/>
        <dsp:cNvSpPr/>
      </dsp:nvSpPr>
      <dsp:spPr>
        <a:xfrm>
          <a:off x="1858205" y="3228086"/>
          <a:ext cx="2776464" cy="488576"/>
        </a:xfrm>
        <a:custGeom>
          <a:avLst/>
          <a:gdLst/>
          <a:ahLst/>
          <a:cxnLst/>
          <a:rect l="0" t="0" r="0" b="0"/>
          <a:pathLst>
            <a:path>
              <a:moveTo>
                <a:pt x="2776464" y="0"/>
              </a:moveTo>
              <a:lnTo>
                <a:pt x="2776464" y="261388"/>
              </a:lnTo>
              <a:lnTo>
                <a:pt x="0" y="261388"/>
              </a:lnTo>
              <a:lnTo>
                <a:pt x="0" y="488576"/>
              </a:lnTo>
            </a:path>
          </a:pathLst>
        </a:custGeom>
        <a:noFill/>
        <a:ln w="952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75822" y="3469778"/>
        <a:ext cx="141229" cy="5191"/>
      </dsp:txXfrm>
    </dsp:sp>
    <dsp:sp modelId="{0BC6A69E-489C-4319-8C5F-33ADC006381D}">
      <dsp:nvSpPr>
        <dsp:cNvPr id="0" name=""/>
        <dsp:cNvSpPr/>
      </dsp:nvSpPr>
      <dsp:spPr>
        <a:xfrm>
          <a:off x="3506025" y="1875513"/>
          <a:ext cx="2257288" cy="1354373"/>
        </a:xfrm>
        <a:prstGeom prst="rect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609" tIns="116104" rIns="110609" bIns="1161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ConfigMaps and Secrets</a:t>
          </a:r>
        </a:p>
      </dsp:txBody>
      <dsp:txXfrm>
        <a:off x="3506025" y="1875513"/>
        <a:ext cx="2257288" cy="1354373"/>
      </dsp:txXfrm>
    </dsp:sp>
    <dsp:sp modelId="{5C6E06C3-1790-40AD-95C2-BFD5A359E03D}">
      <dsp:nvSpPr>
        <dsp:cNvPr id="0" name=""/>
        <dsp:cNvSpPr/>
      </dsp:nvSpPr>
      <dsp:spPr>
        <a:xfrm>
          <a:off x="729560" y="3749062"/>
          <a:ext cx="2257288" cy="1354373"/>
        </a:xfrm>
        <a:prstGeom prst="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609" tIns="116104" rIns="110609" bIns="11610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Combine CLI and Web Console</a:t>
          </a:r>
        </a:p>
      </dsp:txBody>
      <dsp:txXfrm>
        <a:off x="729560" y="3749062"/>
        <a:ext cx="2257288" cy="1354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355CF-80BE-44F5-A0B2-F0B47861CE64}">
      <dsp:nvSpPr>
        <dsp:cNvPr id="0" name=""/>
        <dsp:cNvSpPr/>
      </dsp:nvSpPr>
      <dsp:spPr>
        <a:xfrm>
          <a:off x="0" y="0"/>
          <a:ext cx="7501585" cy="5573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Control Plane (Masters)</a:t>
          </a:r>
        </a:p>
      </dsp:txBody>
      <dsp:txXfrm>
        <a:off x="16326" y="16326"/>
        <a:ext cx="6834896" cy="524742"/>
      </dsp:txXfrm>
    </dsp:sp>
    <dsp:sp modelId="{531CDF30-1369-42B3-89C3-F97FD85C5FA3}">
      <dsp:nvSpPr>
        <dsp:cNvPr id="0" name=""/>
        <dsp:cNvSpPr/>
      </dsp:nvSpPr>
      <dsp:spPr>
        <a:xfrm>
          <a:off x="560183" y="634810"/>
          <a:ext cx="7501585" cy="5573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Worker Nodes</a:t>
          </a:r>
        </a:p>
      </dsp:txBody>
      <dsp:txXfrm>
        <a:off x="576509" y="651136"/>
        <a:ext cx="6546443" cy="524742"/>
      </dsp:txXfrm>
    </dsp:sp>
    <dsp:sp modelId="{37088C71-F914-4AFE-AE5A-9CDD67DEDF0F}">
      <dsp:nvSpPr>
        <dsp:cNvPr id="0" name=""/>
        <dsp:cNvSpPr/>
      </dsp:nvSpPr>
      <dsp:spPr>
        <a:xfrm>
          <a:off x="1120366" y="1269621"/>
          <a:ext cx="7501585" cy="5573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API Server, Scheduler, etcd</a:t>
          </a:r>
        </a:p>
      </dsp:txBody>
      <dsp:txXfrm>
        <a:off x="1136692" y="1285947"/>
        <a:ext cx="6546443" cy="524742"/>
      </dsp:txXfrm>
    </dsp:sp>
    <dsp:sp modelId="{E9ABD413-C100-432B-9BA3-BD31EE9DFDFC}">
      <dsp:nvSpPr>
        <dsp:cNvPr id="0" name=""/>
        <dsp:cNvSpPr/>
      </dsp:nvSpPr>
      <dsp:spPr>
        <a:xfrm>
          <a:off x="1680550" y="1904432"/>
          <a:ext cx="7501585" cy="5573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Operators manage platform components</a:t>
          </a:r>
        </a:p>
      </dsp:txBody>
      <dsp:txXfrm>
        <a:off x="1696876" y="1920758"/>
        <a:ext cx="6546443" cy="524742"/>
      </dsp:txXfrm>
    </dsp:sp>
    <dsp:sp modelId="{9F1A3C9F-9CDD-4E93-B55A-1F72E9063528}">
      <dsp:nvSpPr>
        <dsp:cNvPr id="0" name=""/>
        <dsp:cNvSpPr/>
      </dsp:nvSpPr>
      <dsp:spPr>
        <a:xfrm>
          <a:off x="2240733" y="2539243"/>
          <a:ext cx="7501585" cy="55739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Example: 3 masters + 3 workers</a:t>
          </a:r>
        </a:p>
      </dsp:txBody>
      <dsp:txXfrm>
        <a:off x="2257059" y="2555569"/>
        <a:ext cx="6546443" cy="524742"/>
      </dsp:txXfrm>
    </dsp:sp>
    <dsp:sp modelId="{5E634833-EA31-43FB-B1F6-6D96EB075547}">
      <dsp:nvSpPr>
        <dsp:cNvPr id="0" name=""/>
        <dsp:cNvSpPr/>
      </dsp:nvSpPr>
      <dsp:spPr>
        <a:xfrm>
          <a:off x="7139278" y="407207"/>
          <a:ext cx="362306" cy="3623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220797" y="407207"/>
        <a:ext cx="199268" cy="272635"/>
      </dsp:txXfrm>
    </dsp:sp>
    <dsp:sp modelId="{C65523CE-7A6F-4DA1-86CA-8CFE4139367A}">
      <dsp:nvSpPr>
        <dsp:cNvPr id="0" name=""/>
        <dsp:cNvSpPr/>
      </dsp:nvSpPr>
      <dsp:spPr>
        <a:xfrm>
          <a:off x="7699462" y="1042018"/>
          <a:ext cx="362306" cy="36230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780981" y="1042018"/>
        <a:ext cx="199268" cy="272635"/>
      </dsp:txXfrm>
    </dsp:sp>
    <dsp:sp modelId="{6DBF2AC7-1C4A-4C70-BCFF-ED21928660A5}">
      <dsp:nvSpPr>
        <dsp:cNvPr id="0" name=""/>
        <dsp:cNvSpPr/>
      </dsp:nvSpPr>
      <dsp:spPr>
        <a:xfrm>
          <a:off x="8259645" y="1667539"/>
          <a:ext cx="362306" cy="36230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341164" y="1667539"/>
        <a:ext cx="199268" cy="272635"/>
      </dsp:txXfrm>
    </dsp:sp>
    <dsp:sp modelId="{3992972F-A9CA-4C47-ABBB-68A608C86EE1}">
      <dsp:nvSpPr>
        <dsp:cNvPr id="0" name=""/>
        <dsp:cNvSpPr/>
      </dsp:nvSpPr>
      <dsp:spPr>
        <a:xfrm>
          <a:off x="8819829" y="2308543"/>
          <a:ext cx="362306" cy="3623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901348" y="2308543"/>
        <a:ext cx="199268" cy="2726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B639F-B56A-45F5-86CA-290EBC01AD9A}">
      <dsp:nvSpPr>
        <dsp:cNvPr id="0" name=""/>
        <dsp:cNvSpPr/>
      </dsp:nvSpPr>
      <dsp:spPr>
        <a:xfrm>
          <a:off x="0" y="0"/>
          <a:ext cx="7793855" cy="6812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Imperative: Execute commands directly</a:t>
          </a:r>
        </a:p>
      </dsp:txBody>
      <dsp:txXfrm>
        <a:off x="19953" y="19953"/>
        <a:ext cx="7001156" cy="641354"/>
      </dsp:txXfrm>
    </dsp:sp>
    <dsp:sp modelId="{EABEEE4E-94A2-477E-AAD2-F4C3C29AA2F0}">
      <dsp:nvSpPr>
        <dsp:cNvPr id="0" name=""/>
        <dsp:cNvSpPr/>
      </dsp:nvSpPr>
      <dsp:spPr>
        <a:xfrm>
          <a:off x="652735" y="805125"/>
          <a:ext cx="7793855" cy="6812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Declarative: Define desired state in YAML</a:t>
          </a:r>
        </a:p>
      </dsp:txBody>
      <dsp:txXfrm>
        <a:off x="672688" y="825078"/>
        <a:ext cx="6658394" cy="641354"/>
      </dsp:txXfrm>
    </dsp:sp>
    <dsp:sp modelId="{D6DE01AF-9028-4E6A-852D-A420E84CC0BB}">
      <dsp:nvSpPr>
        <dsp:cNvPr id="0" name=""/>
        <dsp:cNvSpPr/>
      </dsp:nvSpPr>
      <dsp:spPr>
        <a:xfrm>
          <a:off x="1295728" y="1610251"/>
          <a:ext cx="7793855" cy="6812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OpenShift reconciles actual vs desired</a:t>
          </a:r>
        </a:p>
      </dsp:txBody>
      <dsp:txXfrm>
        <a:off x="1315681" y="1630204"/>
        <a:ext cx="6668136" cy="641354"/>
      </dsp:txXfrm>
    </dsp:sp>
    <dsp:sp modelId="{2CB95FCB-5F38-48DB-AFF2-7EA507E2A069}">
      <dsp:nvSpPr>
        <dsp:cNvPr id="0" name=""/>
        <dsp:cNvSpPr/>
      </dsp:nvSpPr>
      <dsp:spPr>
        <a:xfrm>
          <a:off x="1948463" y="2415377"/>
          <a:ext cx="7793855" cy="6812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Preferred approach for production</a:t>
          </a:r>
        </a:p>
      </dsp:txBody>
      <dsp:txXfrm>
        <a:off x="1968416" y="2435330"/>
        <a:ext cx="6658394" cy="641354"/>
      </dsp:txXfrm>
    </dsp:sp>
    <dsp:sp modelId="{8DC66C18-1846-4FBA-9A4D-6EA0BFFDF1D5}">
      <dsp:nvSpPr>
        <dsp:cNvPr id="0" name=""/>
        <dsp:cNvSpPr/>
      </dsp:nvSpPr>
      <dsp:spPr>
        <a:xfrm>
          <a:off x="7351035" y="521783"/>
          <a:ext cx="442819" cy="4428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450669" y="521783"/>
        <a:ext cx="243551" cy="333221"/>
      </dsp:txXfrm>
    </dsp:sp>
    <dsp:sp modelId="{2B0E2816-E1BA-48EF-B686-12C22F512E7E}">
      <dsp:nvSpPr>
        <dsp:cNvPr id="0" name=""/>
        <dsp:cNvSpPr/>
      </dsp:nvSpPr>
      <dsp:spPr>
        <a:xfrm>
          <a:off x="8003771" y="1326909"/>
          <a:ext cx="442819" cy="44281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103405" y="1326909"/>
        <a:ext cx="243551" cy="333221"/>
      </dsp:txXfrm>
    </dsp:sp>
    <dsp:sp modelId="{DA5D30CD-B6B2-4FC2-9B4A-3CCE45FD6A90}">
      <dsp:nvSpPr>
        <dsp:cNvPr id="0" name=""/>
        <dsp:cNvSpPr/>
      </dsp:nvSpPr>
      <dsp:spPr>
        <a:xfrm>
          <a:off x="8646764" y="2132035"/>
          <a:ext cx="442819" cy="44281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746398" y="2132035"/>
        <a:ext cx="243551" cy="3332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BFB95-D236-4588-AC91-6894C98DBF95}">
      <dsp:nvSpPr>
        <dsp:cNvPr id="0" name=""/>
        <dsp:cNvSpPr/>
      </dsp:nvSpPr>
      <dsp:spPr>
        <a:xfrm>
          <a:off x="0" y="39590"/>
          <a:ext cx="6492875" cy="11917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 'oc apply -f'</a:t>
          </a:r>
        </a:p>
      </dsp:txBody>
      <dsp:txXfrm>
        <a:off x="58177" y="97767"/>
        <a:ext cx="6376521" cy="1075400"/>
      </dsp:txXfrm>
    </dsp:sp>
    <dsp:sp modelId="{92B4C23E-73C9-44AF-A313-7A37AD7A8BC8}">
      <dsp:nvSpPr>
        <dsp:cNvPr id="0" name=""/>
        <dsp:cNvSpPr/>
      </dsp:nvSpPr>
      <dsp:spPr>
        <a:xfrm>
          <a:off x="0" y="1317745"/>
          <a:ext cx="6492875" cy="1191754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Creates or updates resources</a:t>
          </a:r>
        </a:p>
      </dsp:txBody>
      <dsp:txXfrm>
        <a:off x="58177" y="1375922"/>
        <a:ext cx="6376521" cy="1075400"/>
      </dsp:txXfrm>
    </dsp:sp>
    <dsp:sp modelId="{E5725891-7AE6-473B-A7B1-968CC5243689}">
      <dsp:nvSpPr>
        <dsp:cNvPr id="0" name=""/>
        <dsp:cNvSpPr/>
      </dsp:nvSpPr>
      <dsp:spPr>
        <a:xfrm>
          <a:off x="0" y="2595900"/>
          <a:ext cx="6492875" cy="1191754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Ensures consistent deployments</a:t>
          </a:r>
        </a:p>
      </dsp:txBody>
      <dsp:txXfrm>
        <a:off x="58177" y="2654077"/>
        <a:ext cx="6376521" cy="1075400"/>
      </dsp:txXfrm>
    </dsp:sp>
    <dsp:sp modelId="{C7EE47C6-542C-499F-99FD-B8E1F943036E}">
      <dsp:nvSpPr>
        <dsp:cNvPr id="0" name=""/>
        <dsp:cNvSpPr/>
      </dsp:nvSpPr>
      <dsp:spPr>
        <a:xfrm>
          <a:off x="0" y="3874054"/>
          <a:ext cx="6492875" cy="1191754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Supports version control and automation</a:t>
          </a:r>
        </a:p>
      </dsp:txBody>
      <dsp:txXfrm>
        <a:off x="58177" y="3932231"/>
        <a:ext cx="6376521" cy="1075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67D7C-71FA-4FE8-9F50-0C6442E6033C}">
      <dsp:nvSpPr>
        <dsp:cNvPr id="0" name=""/>
        <dsp:cNvSpPr/>
      </dsp:nvSpPr>
      <dsp:spPr>
        <a:xfrm>
          <a:off x="0" y="931709"/>
          <a:ext cx="6492875" cy="743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Service: Internal access inside cluster</a:t>
          </a:r>
        </a:p>
      </dsp:txBody>
      <dsp:txXfrm>
        <a:off x="36296" y="968005"/>
        <a:ext cx="6420283" cy="670943"/>
      </dsp:txXfrm>
    </dsp:sp>
    <dsp:sp modelId="{8900F33C-2E41-4F55-AC7A-90F6CD25F4D0}">
      <dsp:nvSpPr>
        <dsp:cNvPr id="0" name=""/>
        <dsp:cNvSpPr/>
      </dsp:nvSpPr>
      <dsp:spPr>
        <a:xfrm>
          <a:off x="0" y="1764524"/>
          <a:ext cx="6492875" cy="743535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Route: External access via OpenShift</a:t>
          </a:r>
        </a:p>
      </dsp:txBody>
      <dsp:txXfrm>
        <a:off x="36296" y="1800820"/>
        <a:ext cx="6420283" cy="670943"/>
      </dsp:txXfrm>
    </dsp:sp>
    <dsp:sp modelId="{DE2574CC-6099-4989-992B-99B18BDCBBDE}">
      <dsp:nvSpPr>
        <dsp:cNvPr id="0" name=""/>
        <dsp:cNvSpPr/>
      </dsp:nvSpPr>
      <dsp:spPr>
        <a:xfrm>
          <a:off x="0" y="2597339"/>
          <a:ext cx="6492875" cy="743535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Load balancing handled automatically</a:t>
          </a:r>
        </a:p>
      </dsp:txBody>
      <dsp:txXfrm>
        <a:off x="36296" y="2633635"/>
        <a:ext cx="6420283" cy="670943"/>
      </dsp:txXfrm>
    </dsp:sp>
    <dsp:sp modelId="{05F67C75-5066-456B-9D52-D21AAFB2DE22}">
      <dsp:nvSpPr>
        <dsp:cNvPr id="0" name=""/>
        <dsp:cNvSpPr/>
      </dsp:nvSpPr>
      <dsp:spPr>
        <a:xfrm>
          <a:off x="0" y="3430155"/>
          <a:ext cx="6492875" cy="74353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Example: Expose nginx app</a:t>
          </a:r>
        </a:p>
      </dsp:txBody>
      <dsp:txXfrm>
        <a:off x="36296" y="3466451"/>
        <a:ext cx="6420283" cy="6709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D1377-A3E3-44E1-BF25-E698A312E29B}">
      <dsp:nvSpPr>
        <dsp:cNvPr id="0" name=""/>
        <dsp:cNvSpPr/>
      </dsp:nvSpPr>
      <dsp:spPr>
        <a:xfrm>
          <a:off x="0" y="36299"/>
          <a:ext cx="6492875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ConfigMap: Non-sensitive configuration</a:t>
          </a:r>
        </a:p>
      </dsp:txBody>
      <dsp:txXfrm>
        <a:off x="58257" y="94556"/>
        <a:ext cx="6376361" cy="1076886"/>
      </dsp:txXfrm>
    </dsp:sp>
    <dsp:sp modelId="{D0DEFFF1-95B2-4FF3-8D67-125CE93CCA7F}">
      <dsp:nvSpPr>
        <dsp:cNvPr id="0" name=""/>
        <dsp:cNvSpPr/>
      </dsp:nvSpPr>
      <dsp:spPr>
        <a:xfrm>
          <a:off x="0" y="1316099"/>
          <a:ext cx="6492875" cy="1193400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Secret: Sensitive data (passwords, tokens)</a:t>
          </a:r>
        </a:p>
      </dsp:txBody>
      <dsp:txXfrm>
        <a:off x="58257" y="1374356"/>
        <a:ext cx="6376361" cy="1076886"/>
      </dsp:txXfrm>
    </dsp:sp>
    <dsp:sp modelId="{A49B05CB-BB6F-4C7B-A1BF-19AC20024F0C}">
      <dsp:nvSpPr>
        <dsp:cNvPr id="0" name=""/>
        <dsp:cNvSpPr/>
      </dsp:nvSpPr>
      <dsp:spPr>
        <a:xfrm>
          <a:off x="0" y="2595899"/>
          <a:ext cx="6492875" cy="1193400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Used as environment variables or files</a:t>
          </a:r>
        </a:p>
      </dsp:txBody>
      <dsp:txXfrm>
        <a:off x="58257" y="2654156"/>
        <a:ext cx="6376361" cy="1076886"/>
      </dsp:txXfrm>
    </dsp:sp>
    <dsp:sp modelId="{1B690F17-9D90-4D1E-A15F-F3B0C6818C0E}">
      <dsp:nvSpPr>
        <dsp:cNvPr id="0" name=""/>
        <dsp:cNvSpPr/>
      </dsp:nvSpPr>
      <dsp:spPr>
        <a:xfrm>
          <a:off x="0" y="3875700"/>
          <a:ext cx="6492875" cy="119340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Separates config from application code</a:t>
          </a:r>
        </a:p>
      </dsp:txBody>
      <dsp:txXfrm>
        <a:off x="58257" y="3933957"/>
        <a:ext cx="6376361" cy="10768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F8C56-F744-4473-8FF9-B4A9809CA414}">
      <dsp:nvSpPr>
        <dsp:cNvPr id="0" name=""/>
        <dsp:cNvSpPr/>
      </dsp:nvSpPr>
      <dsp:spPr>
        <a:xfrm>
          <a:off x="0" y="53990"/>
          <a:ext cx="6492875" cy="1589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get nodes</a:t>
          </a:r>
        </a:p>
      </dsp:txBody>
      <dsp:txXfrm>
        <a:off x="77569" y="131559"/>
        <a:ext cx="6337737" cy="1433868"/>
      </dsp:txXfrm>
    </dsp:sp>
    <dsp:sp modelId="{041ED655-6919-4C30-AAE8-A94CC5C6E146}">
      <dsp:nvSpPr>
        <dsp:cNvPr id="0" name=""/>
        <dsp:cNvSpPr/>
      </dsp:nvSpPr>
      <dsp:spPr>
        <a:xfrm>
          <a:off x="0" y="1758196"/>
          <a:ext cx="6492875" cy="1589006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get clusteroperators</a:t>
          </a:r>
        </a:p>
      </dsp:txBody>
      <dsp:txXfrm>
        <a:off x="77569" y="1835765"/>
        <a:ext cx="6337737" cy="1433868"/>
      </dsp:txXfrm>
    </dsp:sp>
    <dsp:sp modelId="{ACCB4DF5-F87F-4155-97E6-126BDBA30FD2}">
      <dsp:nvSpPr>
        <dsp:cNvPr id="0" name=""/>
        <dsp:cNvSpPr/>
      </dsp:nvSpPr>
      <dsp:spPr>
        <a:xfrm>
          <a:off x="0" y="3462403"/>
          <a:ext cx="6492875" cy="1589006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Verify cluster health before deployment</a:t>
          </a:r>
        </a:p>
      </dsp:txBody>
      <dsp:txXfrm>
        <a:off x="77569" y="3539972"/>
        <a:ext cx="6337737" cy="14338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CA6DA-47E3-4B20-80F5-61F36154A3F6}">
      <dsp:nvSpPr>
        <dsp:cNvPr id="0" name=""/>
        <dsp:cNvSpPr/>
      </dsp:nvSpPr>
      <dsp:spPr>
        <a:xfrm>
          <a:off x="0" y="53990"/>
          <a:ext cx="6492875" cy="1589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Create deployment.yaml</a:t>
          </a:r>
        </a:p>
      </dsp:txBody>
      <dsp:txXfrm>
        <a:off x="77569" y="131559"/>
        <a:ext cx="6337737" cy="1433868"/>
      </dsp:txXfrm>
    </dsp:sp>
    <dsp:sp modelId="{51F2398E-F3EA-4B9F-AE82-9B448F2D168D}">
      <dsp:nvSpPr>
        <dsp:cNvPr id="0" name=""/>
        <dsp:cNvSpPr/>
      </dsp:nvSpPr>
      <dsp:spPr>
        <a:xfrm>
          <a:off x="0" y="1758196"/>
          <a:ext cx="6492875" cy="1589006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apply -f deployment.yaml</a:t>
          </a:r>
        </a:p>
      </dsp:txBody>
      <dsp:txXfrm>
        <a:off x="77569" y="1835765"/>
        <a:ext cx="6337737" cy="1433868"/>
      </dsp:txXfrm>
    </dsp:sp>
    <dsp:sp modelId="{B8CE11A8-EC6E-4B83-9F65-CA48CA4A1FE4}">
      <dsp:nvSpPr>
        <dsp:cNvPr id="0" name=""/>
        <dsp:cNvSpPr/>
      </dsp:nvSpPr>
      <dsp:spPr>
        <a:xfrm>
          <a:off x="0" y="3462403"/>
          <a:ext cx="6492875" cy="1589006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Verify pods using 'oc get pods'</a:t>
          </a:r>
        </a:p>
      </dsp:txBody>
      <dsp:txXfrm>
        <a:off x="77569" y="3539972"/>
        <a:ext cx="6337737" cy="14338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66D4C-369E-4731-8D56-BB492A0857D9}">
      <dsp:nvSpPr>
        <dsp:cNvPr id="0" name=""/>
        <dsp:cNvSpPr/>
      </dsp:nvSpPr>
      <dsp:spPr>
        <a:xfrm>
          <a:off x="0" y="998399"/>
          <a:ext cx="6492875" cy="959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expose deployment nginx</a:t>
          </a:r>
        </a:p>
      </dsp:txBody>
      <dsp:txXfrm>
        <a:off x="46834" y="1045233"/>
        <a:ext cx="6399207" cy="865732"/>
      </dsp:txXfrm>
    </dsp:sp>
    <dsp:sp modelId="{69C4A42F-8884-4C83-B9D0-FC6E8FC4E136}">
      <dsp:nvSpPr>
        <dsp:cNvPr id="0" name=""/>
        <dsp:cNvSpPr/>
      </dsp:nvSpPr>
      <dsp:spPr>
        <a:xfrm>
          <a:off x="0" y="2073000"/>
          <a:ext cx="6492875" cy="95940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expose svc nginx</a:t>
          </a:r>
        </a:p>
      </dsp:txBody>
      <dsp:txXfrm>
        <a:off x="46834" y="2119834"/>
        <a:ext cx="6399207" cy="865732"/>
      </dsp:txXfrm>
    </dsp:sp>
    <dsp:sp modelId="{4036D9D9-55C2-4577-89BB-757550B72B99}">
      <dsp:nvSpPr>
        <dsp:cNvPr id="0" name=""/>
        <dsp:cNvSpPr/>
      </dsp:nvSpPr>
      <dsp:spPr>
        <a:xfrm>
          <a:off x="0" y="3147600"/>
          <a:ext cx="6492875" cy="95940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Access app via route URL</a:t>
          </a:r>
        </a:p>
      </dsp:txBody>
      <dsp:txXfrm>
        <a:off x="46834" y="3194434"/>
        <a:ext cx="6399207" cy="8657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1E745-71BA-4F42-A3E8-3841A01E6174}">
      <dsp:nvSpPr>
        <dsp:cNvPr id="0" name=""/>
        <dsp:cNvSpPr/>
      </dsp:nvSpPr>
      <dsp:spPr>
        <a:xfrm>
          <a:off x="0" y="53990"/>
          <a:ext cx="6492875" cy="1589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Update replicas in YAML</a:t>
          </a:r>
        </a:p>
      </dsp:txBody>
      <dsp:txXfrm>
        <a:off x="77569" y="131559"/>
        <a:ext cx="6337737" cy="1433868"/>
      </dsp:txXfrm>
    </dsp:sp>
    <dsp:sp modelId="{38E73885-90EA-47BF-BCEC-0674377258E2}">
      <dsp:nvSpPr>
        <dsp:cNvPr id="0" name=""/>
        <dsp:cNvSpPr/>
      </dsp:nvSpPr>
      <dsp:spPr>
        <a:xfrm>
          <a:off x="0" y="1758196"/>
          <a:ext cx="6492875" cy="1589006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apply -f deployment.yaml</a:t>
          </a:r>
        </a:p>
      </dsp:txBody>
      <dsp:txXfrm>
        <a:off x="77569" y="1835765"/>
        <a:ext cx="6337737" cy="1433868"/>
      </dsp:txXfrm>
    </dsp:sp>
    <dsp:sp modelId="{8E2E42DC-FE9C-4533-88A2-89D8783DC773}">
      <dsp:nvSpPr>
        <dsp:cNvPr id="0" name=""/>
        <dsp:cNvSpPr/>
      </dsp:nvSpPr>
      <dsp:spPr>
        <a:xfrm>
          <a:off x="0" y="3462403"/>
          <a:ext cx="6492875" cy="1589006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Verify scaling using 'oc get pods'</a:t>
          </a:r>
        </a:p>
      </dsp:txBody>
      <dsp:txXfrm>
        <a:off x="77569" y="3539972"/>
        <a:ext cx="6337737" cy="143386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1107A-26D9-4AC6-9283-2A2CA2654881}">
      <dsp:nvSpPr>
        <dsp:cNvPr id="0" name=""/>
        <dsp:cNvSpPr/>
      </dsp:nvSpPr>
      <dsp:spPr>
        <a:xfrm>
          <a:off x="0" y="53990"/>
          <a:ext cx="6492875" cy="1589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create configmap</a:t>
          </a:r>
        </a:p>
      </dsp:txBody>
      <dsp:txXfrm>
        <a:off x="77569" y="131559"/>
        <a:ext cx="6337737" cy="1433868"/>
      </dsp:txXfrm>
    </dsp:sp>
    <dsp:sp modelId="{E8D1BA40-97CA-4135-A9B8-38C70AE0814E}">
      <dsp:nvSpPr>
        <dsp:cNvPr id="0" name=""/>
        <dsp:cNvSpPr/>
      </dsp:nvSpPr>
      <dsp:spPr>
        <a:xfrm>
          <a:off x="0" y="1758196"/>
          <a:ext cx="6492875" cy="1589006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oc create secret</a:t>
          </a:r>
        </a:p>
      </dsp:txBody>
      <dsp:txXfrm>
        <a:off x="77569" y="1835765"/>
        <a:ext cx="6337737" cy="1433868"/>
      </dsp:txXfrm>
    </dsp:sp>
    <dsp:sp modelId="{95059764-B3E1-4252-B2CA-04691ED1920C}">
      <dsp:nvSpPr>
        <dsp:cNvPr id="0" name=""/>
        <dsp:cNvSpPr/>
      </dsp:nvSpPr>
      <dsp:spPr>
        <a:xfrm>
          <a:off x="0" y="3462403"/>
          <a:ext cx="6492875" cy="1589006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Use in applications for configuration</a:t>
          </a:r>
        </a:p>
      </dsp:txBody>
      <dsp:txXfrm>
        <a:off x="77569" y="3539972"/>
        <a:ext cx="6337737" cy="14338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FBCD4-817B-4981-821D-5BB5436B8DEB}">
      <dsp:nvSpPr>
        <dsp:cNvPr id="0" name=""/>
        <dsp:cNvSpPr/>
      </dsp:nvSpPr>
      <dsp:spPr>
        <a:xfrm>
          <a:off x="0" y="646747"/>
          <a:ext cx="6492875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Declarative model is key in OpenShift</a:t>
          </a:r>
        </a:p>
      </dsp:txBody>
      <dsp:txXfrm>
        <a:off x="33955" y="680702"/>
        <a:ext cx="6424965" cy="627655"/>
      </dsp:txXfrm>
    </dsp:sp>
    <dsp:sp modelId="{7FEFEBF7-3B40-489E-BDEB-AF1A8D83145E}">
      <dsp:nvSpPr>
        <dsp:cNvPr id="0" name=""/>
        <dsp:cNvSpPr/>
      </dsp:nvSpPr>
      <dsp:spPr>
        <a:xfrm>
          <a:off x="0" y="1425832"/>
          <a:ext cx="6492875" cy="695565"/>
        </a:xfrm>
        <a:prstGeom prst="roundRect">
          <a:avLst/>
        </a:prstGeom>
        <a:solidFill>
          <a:schemeClr val="accent5">
            <a:hueOff val="-928905"/>
            <a:satOff val="914"/>
            <a:lumOff val="20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YAML defines application state</a:t>
          </a:r>
        </a:p>
      </dsp:txBody>
      <dsp:txXfrm>
        <a:off x="33955" y="1459787"/>
        <a:ext cx="6424965" cy="627655"/>
      </dsp:txXfrm>
    </dsp:sp>
    <dsp:sp modelId="{966E3AAB-E18E-48DD-9611-CEECDAEE394D}">
      <dsp:nvSpPr>
        <dsp:cNvPr id="0" name=""/>
        <dsp:cNvSpPr/>
      </dsp:nvSpPr>
      <dsp:spPr>
        <a:xfrm>
          <a:off x="0" y="2204917"/>
          <a:ext cx="6492875" cy="695565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Templates &amp; Helm Based Packages</a:t>
          </a:r>
        </a:p>
      </dsp:txBody>
      <dsp:txXfrm>
        <a:off x="33955" y="2238872"/>
        <a:ext cx="6424965" cy="627655"/>
      </dsp:txXfrm>
    </dsp:sp>
    <dsp:sp modelId="{FA286EB3-8453-40CB-856E-6FB9E8807736}">
      <dsp:nvSpPr>
        <dsp:cNvPr id="0" name=""/>
        <dsp:cNvSpPr/>
      </dsp:nvSpPr>
      <dsp:spPr>
        <a:xfrm>
          <a:off x="0" y="2984002"/>
          <a:ext cx="6492875" cy="695565"/>
        </a:xfrm>
        <a:prstGeom prst="roundRect">
          <a:avLst/>
        </a:prstGeom>
        <a:solidFill>
          <a:schemeClr val="accent5">
            <a:hueOff val="-2786716"/>
            <a:satOff val="2743"/>
            <a:lumOff val="61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ConfigMaps and Secrets manage config</a:t>
          </a:r>
        </a:p>
      </dsp:txBody>
      <dsp:txXfrm>
        <a:off x="33955" y="3017957"/>
        <a:ext cx="6424965" cy="627655"/>
      </dsp:txXfrm>
    </dsp:sp>
    <dsp:sp modelId="{30EC2775-63EB-444F-AEEE-EE5700DD843A}">
      <dsp:nvSpPr>
        <dsp:cNvPr id="0" name=""/>
        <dsp:cNvSpPr/>
      </dsp:nvSpPr>
      <dsp:spPr>
        <a:xfrm>
          <a:off x="0" y="3763087"/>
          <a:ext cx="6492875" cy="69556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Hands-on builds real understanding</a:t>
          </a:r>
        </a:p>
      </dsp:txBody>
      <dsp:txXfrm>
        <a:off x="33955" y="3797042"/>
        <a:ext cx="6424965" cy="627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2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0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5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6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7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5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56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68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49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8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947E9-2450-74C7-9C15-EE29277B4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278" y="755904"/>
            <a:ext cx="9385405" cy="3084576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OpenShift DO280 – Day 1</a:t>
            </a:r>
          </a:p>
        </p:txBody>
      </p:sp>
    </p:spTree>
    <p:extLst>
      <p:ext uri="{BB962C8B-B14F-4D97-AF65-F5344CB8AC3E}">
        <p14:creationId xmlns:p14="http://schemas.microsoft.com/office/powerpoint/2010/main" val="146019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Day 1 Objectives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3D27871-A640-332A-E520-491C4D8D0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34191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7E45-2BDA-5149-BE26-5B919BAB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Architecture</a:t>
            </a:r>
          </a:p>
        </p:txBody>
      </p:sp>
      <p:pic>
        <p:nvPicPr>
          <p:cNvPr id="1026" name="Picture 2" descr="Red Hat OpenShift Service on AWS: architecture and networking | Containers">
            <a:extLst>
              <a:ext uri="{FF2B5EF4-FFF2-40B4-BE49-F238E27FC236}">
                <a16:creationId xmlns:a16="http://schemas.microsoft.com/office/drawing/2014/main" id="{0FED8F95-F27D-0FE2-78D3-DD10427134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634" y="2438399"/>
            <a:ext cx="6648065" cy="421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14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CCFF4-4813-52FB-080B-880DC702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Current </a:t>
            </a:r>
            <a:r>
              <a:rPr lang="en-US" dirty="0" err="1"/>
              <a:t>Infa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271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CFDA-CDA4-AA1B-CE18-6D96959B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764372"/>
            <a:ext cx="3518325" cy="521601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1. Student Layer (Access Layer)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Your laptops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Browser / CLI (</a:t>
            </a:r>
            <a:r>
              <a:rPr lang="en-US" sz="1400" dirty="0" err="1"/>
              <a:t>oc</a:t>
            </a:r>
            <a:r>
              <a:rPr lang="en-US" sz="14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Connected over internet</a:t>
            </a:r>
          </a:p>
          <a:p>
            <a:pPr lvl="1"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2. AWS Cloud Layer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“This is where everything actually runs”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AWS region: us-east-1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VPC (private network)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EC2 instances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Load balancers (auto-created by OpenShift)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10FC69-F0D1-E14E-787C-C78345A75BE1}"/>
              </a:ext>
            </a:extLst>
          </p:cNvPr>
          <p:cNvSpPr txBox="1">
            <a:spLocks/>
          </p:cNvSpPr>
          <p:nvPr/>
        </p:nvSpPr>
        <p:spPr>
          <a:xfrm>
            <a:off x="8158367" y="622858"/>
            <a:ext cx="3518325" cy="521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sz="1400" b="1" dirty="0"/>
              <a:t>3. OpenShift Cluster Layer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b="1" dirty="0"/>
              <a:t>Control Plane (Masters)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3 nodes (High Availability)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Responsibilities: 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API Server 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Scheduler </a:t>
            </a:r>
          </a:p>
          <a:p>
            <a:pPr lvl="2">
              <a:lnSpc>
                <a:spcPct val="90000"/>
              </a:lnSpc>
            </a:pPr>
            <a:r>
              <a:rPr lang="en-US" sz="1400" dirty="0" err="1"/>
              <a:t>etcd</a:t>
            </a:r>
            <a:r>
              <a:rPr lang="en-US" sz="1400" dirty="0"/>
              <a:t> (cluster database) 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Controllers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sz="14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b="1" dirty="0"/>
              <a:t>Worker Nodes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3 nodes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Where applications run</a:t>
            </a:r>
          </a:p>
        </p:txBody>
      </p:sp>
    </p:spTree>
    <p:extLst>
      <p:ext uri="{BB962C8B-B14F-4D97-AF65-F5344CB8AC3E}">
        <p14:creationId xmlns:p14="http://schemas.microsoft.com/office/powerpoint/2010/main" val="398200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8CA5-97DB-2052-94CC-6891A768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6DA5-C8A9-98EB-6A1D-A6416711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Current </a:t>
            </a:r>
            <a:r>
              <a:rPr lang="en-US" dirty="0" err="1"/>
              <a:t>Infa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E2A5-14EA-8993-38BA-E78EB6E5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764372"/>
            <a:ext cx="7386433" cy="52160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4. Networking Layer</a:t>
            </a:r>
          </a:p>
          <a:p>
            <a:r>
              <a:rPr lang="en-US" sz="1300" dirty="0"/>
              <a:t>OpenShift SDN (OVN-Kubernetes) </a:t>
            </a:r>
          </a:p>
          <a:p>
            <a:r>
              <a:rPr lang="en-US" sz="1300" dirty="0"/>
              <a:t>Internal pod network </a:t>
            </a:r>
          </a:p>
          <a:p>
            <a:r>
              <a:rPr lang="en-US" sz="1300" dirty="0"/>
              <a:t>Service network </a:t>
            </a:r>
          </a:p>
          <a:p>
            <a:r>
              <a:rPr lang="en-US" sz="1300" dirty="0"/>
              <a:t>External routes</a:t>
            </a:r>
          </a:p>
          <a:p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5. Storage Layer</a:t>
            </a:r>
          </a:p>
          <a:p>
            <a:r>
              <a:rPr lang="en-US" sz="1300" dirty="0"/>
              <a:t>AWS EBS (gp3 storage class) </a:t>
            </a:r>
          </a:p>
          <a:p>
            <a:r>
              <a:rPr lang="en-US" sz="1300" dirty="0"/>
              <a:t>Dynamic volume provisioning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6. Ingress / Routing Layer</a:t>
            </a:r>
          </a:p>
          <a:p>
            <a:r>
              <a:rPr lang="en-US" sz="1300" dirty="0"/>
              <a:t>OpenShift Router (Ingress controller) </a:t>
            </a:r>
          </a:p>
          <a:p>
            <a:r>
              <a:rPr lang="en-US" sz="1300" dirty="0"/>
              <a:t>Handles: </a:t>
            </a:r>
          </a:p>
          <a:p>
            <a:pPr lvl="1"/>
            <a:r>
              <a:rPr lang="en-US" sz="1300" dirty="0"/>
              <a:t>External traffic </a:t>
            </a:r>
          </a:p>
          <a:p>
            <a:pPr lvl="1"/>
            <a:r>
              <a:rPr lang="en-US" sz="1300" dirty="0"/>
              <a:t>SSL termination </a:t>
            </a:r>
          </a:p>
          <a:p>
            <a:pPr lvl="1"/>
            <a:r>
              <a:rPr lang="en-US" sz="1300" dirty="0"/>
              <a:t>Load balancing</a:t>
            </a:r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9246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t>OpenShift Cluster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CA8489-C069-A3AF-6AFB-5171BE134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764908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t>Declarative vs Imperative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B1114A4-43DF-4D8A-9098-1C741B656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515079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6331A-F1B3-98A2-3367-F3823FCB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Difference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4803A4-B2E8-054B-7AD6-6E6228580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007325"/>
              </p:ext>
            </p:extLst>
          </p:nvPr>
        </p:nvGraphicFramePr>
        <p:xfrm>
          <a:off x="5010150" y="1246753"/>
          <a:ext cx="6492876" cy="398349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421768">
                  <a:extLst>
                    <a:ext uri="{9D8B030D-6E8A-4147-A177-3AD203B41FA5}">
                      <a16:colId xmlns:a16="http://schemas.microsoft.com/office/drawing/2014/main" val="397744841"/>
                    </a:ext>
                  </a:extLst>
                </a:gridCol>
                <a:gridCol w="3071108">
                  <a:extLst>
                    <a:ext uri="{9D8B030D-6E8A-4147-A177-3AD203B41FA5}">
                      <a16:colId xmlns:a16="http://schemas.microsoft.com/office/drawing/2014/main" val="4141891947"/>
                    </a:ext>
                  </a:extLst>
                </a:gridCol>
              </a:tblGrid>
              <a:tr h="44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Imperative (Command-Based)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Declarative (State-Based)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163563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You tell 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HOW to do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You define 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WHAT you want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071166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Step-by-step execution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Desired state definition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61755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cap="none" spc="0">
                          <a:solidFill>
                            <a:schemeClr val="tx1"/>
                          </a:solidFill>
                        </a:rPr>
                        <a:t>Example: </a:t>
                      </a:r>
                      <a:r>
                        <a:rPr lang="fr-FR" sz="1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oc scale --replicas=3</a:t>
                      </a:r>
                      <a:endParaRPr lang="fr-FR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Example: 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replicas: 3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in YAML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425566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Manual &amp; immediate action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Automated reconciliation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11253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Not repeatable easily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Fully repeatable (idempotent)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376899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Error-prone in production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Reliable for production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687323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Hard to track changes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Version controlled (GitOps)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103784"/>
                  </a:ext>
                </a:extLst>
              </a:tr>
              <a:tr h="44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Used for quick fixes/debugging</a:t>
                      </a:r>
                    </a:p>
                  </a:txBody>
                  <a:tcPr marL="121562" marR="88747" marT="93509" marB="9350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Used for deployments &amp; CI/CD</a:t>
                      </a:r>
                    </a:p>
                  </a:txBody>
                  <a:tcPr marL="121562" marR="88747" marT="93509" marB="9350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855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67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/>
              <a:t>YAML Manifest Structure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r>
              <a:rPr lang="en-US" sz="2000"/>
              <a:t>apiVersion</a:t>
            </a:r>
          </a:p>
          <a:p>
            <a:r>
              <a:rPr lang="en-US" sz="2000"/>
              <a:t>kind</a:t>
            </a:r>
          </a:p>
          <a:p>
            <a:r>
              <a:rPr lang="en-US" sz="2000"/>
              <a:t>metadata</a:t>
            </a:r>
          </a:p>
          <a:p>
            <a:r>
              <a:rPr lang="en-US" sz="2000"/>
              <a:t>spec</a:t>
            </a:r>
          </a:p>
          <a:p>
            <a:r>
              <a:rPr lang="en-US" sz="2000"/>
              <a:t>Defines desired state of resources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Deploy Applications from Manifests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DBBD95-8F51-A51B-E4C3-EA035DE5C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695229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Services and Routes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16CC47-AC94-6576-516C-F95028C1F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11588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ConfigMaps and Secrets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383D66-8737-0387-19C7-74774321A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98571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Hands-on Lab: Cluster Verification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62C10-890E-4921-8A59-4024D0B04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27536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Hands-on Lab: Deploy Application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31E492-2DB1-B582-C536-C7D5A9DDE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29459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Hands-on Lab: Expose Application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A99FA0-07BC-04BF-18D1-F924B71CD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57582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Hands-on Lab: Scale Deployment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AB9C2D-2BEE-D5C8-8D4B-C923B58A8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895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Hands-on Lab: ConfigMap &amp; Secret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7FE0B-D5EF-507A-5452-73F28B6CF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804829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3EAC6-510A-7061-BA2F-80FF41EB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Helm vs OpenShift Templates (Quick Comparison)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301BE2-6F8D-9B10-8BE7-50A9C65BD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605592"/>
              </p:ext>
            </p:extLst>
          </p:nvPr>
        </p:nvGraphicFramePr>
        <p:xfrm>
          <a:off x="4684326" y="1066750"/>
          <a:ext cx="7289960" cy="4273164"/>
        </p:xfrm>
        <a:graphic>
          <a:graphicData uri="http://schemas.openxmlformats.org/drawingml/2006/table">
            <a:tbl>
              <a:tblPr/>
              <a:tblGrid>
                <a:gridCol w="1923303">
                  <a:extLst>
                    <a:ext uri="{9D8B030D-6E8A-4147-A177-3AD203B41FA5}">
                      <a16:colId xmlns:a16="http://schemas.microsoft.com/office/drawing/2014/main" val="208814976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61394046"/>
                    </a:ext>
                  </a:extLst>
                </a:gridCol>
                <a:gridCol w="2797629">
                  <a:extLst>
                    <a:ext uri="{9D8B030D-6E8A-4147-A177-3AD203B41FA5}">
                      <a16:colId xmlns:a16="http://schemas.microsoft.com/office/drawing/2014/main" val="184262724"/>
                    </a:ext>
                  </a:extLst>
                </a:gridCol>
              </a:tblGrid>
              <a:tr h="332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Helm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OpenShift Templates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992025"/>
                  </a:ext>
                </a:extLst>
              </a:tr>
              <a:tr h="559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Package manager for Kubernetes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Native templating in OpenShift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655242"/>
                  </a:ext>
                </a:extLst>
              </a:tr>
              <a:tr h="489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Scope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Works on any Kubernetes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Only OpenShift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087593"/>
                  </a:ext>
                </a:extLst>
              </a:tr>
              <a:tr h="559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Language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Go templating (</a:t>
                      </a:r>
                      <a:r>
                        <a:rPr lang="en-US" sz="1500" b="0" i="0" u="none" strike="noStrike">
                          <a:effectLst/>
                          <a:latin typeface="Courier New" panose="02070309020205020404" pitchFamily="49" charset="0"/>
                        </a:rPr>
                        <a:t>{{ }}</a:t>
                      </a: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Parameter substitution (</a:t>
                      </a:r>
                      <a:r>
                        <a:rPr lang="en-US" sz="1500" b="0" i="0" u="none" strike="noStrike">
                          <a:effectLst/>
                          <a:latin typeface="Courier New" panose="02070309020205020404" pitchFamily="49" charset="0"/>
                        </a:rPr>
                        <a:t>${}</a:t>
                      </a: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374632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Reusability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Very high (charts)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742368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Versioning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Built-in (chart versions)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Manual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775014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Dependency mgmt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53264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Ecosystem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Huge (Helm Hub)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Small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990220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GitOps friendly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892285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Complexity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Easy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07040"/>
                  </a:ext>
                </a:extLst>
              </a:tr>
              <a:tr h="332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Real-world usage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Industry standard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Mostly legacy</a:t>
                      </a:r>
                    </a:p>
                  </a:txBody>
                  <a:tcPr marL="75671" marR="75671" marT="37835" marB="378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371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81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482FD-68E2-DE6F-CA3A-75D743507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658" y="755904"/>
            <a:ext cx="7711025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Hands On</a:t>
            </a:r>
          </a:p>
        </p:txBody>
      </p:sp>
    </p:spTree>
    <p:extLst>
      <p:ext uri="{BB962C8B-B14F-4D97-AF65-F5344CB8AC3E}">
        <p14:creationId xmlns:p14="http://schemas.microsoft.com/office/powerpoint/2010/main" val="227918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Day 1 Summary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21F45E-B139-97CB-37EC-642138484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90984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731</TotalTime>
  <Words>591</Words>
  <Application>Microsoft Office PowerPoint</Application>
  <PresentationFormat>Widescreen</PresentationFormat>
  <Paragraphs>161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Corbel</vt:lpstr>
      <vt:lpstr>Courier New</vt:lpstr>
      <vt:lpstr>Parallax</vt:lpstr>
      <vt:lpstr>OpenShift DO280 – Day 1</vt:lpstr>
      <vt:lpstr>Day 1 Objectives</vt:lpstr>
      <vt:lpstr>Current Architecture</vt:lpstr>
      <vt:lpstr>Current Infa</vt:lpstr>
      <vt:lpstr>Current Infa</vt:lpstr>
      <vt:lpstr>OpenShift Cluster Architecture</vt:lpstr>
      <vt:lpstr>Declarative vs Imperative</vt:lpstr>
      <vt:lpstr>Difference</vt:lpstr>
      <vt:lpstr>YAML Manifest Structure</vt:lpstr>
      <vt:lpstr>Deploy Applications from Manifests</vt:lpstr>
      <vt:lpstr>Services and Routes</vt:lpstr>
      <vt:lpstr>ConfigMaps and Secrets</vt:lpstr>
      <vt:lpstr>Hands-on Lab: Cluster Verification</vt:lpstr>
      <vt:lpstr>Hands-on Lab: Deploy Application</vt:lpstr>
      <vt:lpstr>Hands-on Lab: Expose Application</vt:lpstr>
      <vt:lpstr>Hands-on Lab: Scale Deployment</vt:lpstr>
      <vt:lpstr>Hands-on Lab: ConfigMap &amp; Secret</vt:lpstr>
      <vt:lpstr>Helm vs OpenShift Templates (Quick Comparison) </vt:lpstr>
      <vt:lpstr>Hands On</vt:lpstr>
      <vt:lpstr>Day 1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Venkatraman Venkatasubramanian</dc:creator>
  <cp:lastModifiedBy>Venkatraman Venkatasubramanian</cp:lastModifiedBy>
  <cp:revision>4</cp:revision>
  <dcterms:created xsi:type="dcterms:W3CDTF">2026-03-28T15:25:26Z</dcterms:created>
  <dcterms:modified xsi:type="dcterms:W3CDTF">2026-03-29T04:57:25Z</dcterms:modified>
</cp:coreProperties>
</file>
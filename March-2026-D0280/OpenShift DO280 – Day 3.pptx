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75" r:id="rId6"/>
    <p:sldId id="282" r:id="rId7"/>
    <p:sldId id="260" r:id="rId8"/>
    <p:sldId id="261" r:id="rId9"/>
    <p:sldId id="262" r:id="rId10"/>
    <p:sldId id="263" r:id="rId11"/>
    <p:sldId id="276" r:id="rId12"/>
    <p:sldId id="280" r:id="rId13"/>
    <p:sldId id="281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8" r:id="rId24"/>
    <p:sldId id="279" r:id="rId25"/>
    <p:sldId id="277" r:id="rId26"/>
    <p:sldId id="273" r:id="rId27"/>
    <p:sldId id="274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500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ata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_rels/data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5.svg"/></Relationships>
</file>

<file path=ppt/diagrams/_rels/data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image" Target="../media/image16.svg"/></Relationships>
</file>

<file path=ppt/diagrams/_rels/data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image" Target="../media/image4.svg"/></Relationships>
</file>

<file path=ppt/diagrams/_rels/data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image" Target="../media/image13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18.svg"/><Relationship Id="rId1" Type="http://schemas.openxmlformats.org/officeDocument/2006/relationships/image" Target="../media/image13.svg"/><Relationship Id="rId4" Type="http://schemas.openxmlformats.org/officeDocument/2006/relationships/image" Target="../media/image2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rawing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_rels/drawing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5.svg"/></Relationships>
</file>

<file path=ppt/diagrams/_rels/drawing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image" Target="../media/image16.svg"/></Relationships>
</file>

<file path=ppt/diagrams/_rels/drawing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image" Target="../media/image4.svg"/></Relationships>
</file>

<file path=ppt/diagrams/_rels/drawing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image" Target="../media/image13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18.svg"/><Relationship Id="rId1" Type="http://schemas.openxmlformats.org/officeDocument/2006/relationships/image" Target="../media/image13.sv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C6C12D2-02B8-481B-A641-2598BDC89D7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54A59C4-24CF-42DE-88E4-D13FB2263279}">
      <dgm:prSet/>
      <dgm:spPr/>
      <dgm:t>
        <a:bodyPr/>
        <a:lstStyle/>
        <a:p>
          <a:pPr>
            <a:defRPr cap="all"/>
          </a:pPr>
          <a:r>
            <a:rPr lang="en-US"/>
            <a:t>Network Security</a:t>
          </a:r>
        </a:p>
      </dgm:t>
    </dgm:pt>
    <dgm:pt modelId="{2D81C591-EDD3-4F6A-93D2-A98557271EA5}" type="parTrans" cxnId="{4D03DC59-B843-4295-AA46-FCB339169D73}">
      <dgm:prSet/>
      <dgm:spPr/>
      <dgm:t>
        <a:bodyPr/>
        <a:lstStyle/>
        <a:p>
          <a:endParaRPr lang="en-US"/>
        </a:p>
      </dgm:t>
    </dgm:pt>
    <dgm:pt modelId="{45B339D5-89DF-40BC-9D28-5F74F2AE1468}" type="sibTrans" cxnId="{4D03DC59-B843-4295-AA46-FCB339169D73}">
      <dgm:prSet/>
      <dgm:spPr/>
      <dgm:t>
        <a:bodyPr/>
        <a:lstStyle/>
        <a:p>
          <a:endParaRPr lang="en-US"/>
        </a:p>
      </dgm:t>
    </dgm:pt>
    <dgm:pt modelId="{32A03EEA-3DD8-4E09-9D1B-A5F379D1945B}">
      <dgm:prSet/>
      <dgm:spPr/>
      <dgm:t>
        <a:bodyPr/>
        <a:lstStyle/>
        <a:p>
          <a:pPr>
            <a:defRPr cap="all"/>
          </a:pPr>
          <a:r>
            <a:rPr lang="en-US"/>
            <a:t>Expose Applications</a:t>
          </a:r>
        </a:p>
      </dgm:t>
    </dgm:pt>
    <dgm:pt modelId="{7C05083C-61E7-49D0-BA01-65ECA3DCA41E}" type="parTrans" cxnId="{5D787355-DD22-474C-A0EF-EAA6E885196F}">
      <dgm:prSet/>
      <dgm:spPr/>
      <dgm:t>
        <a:bodyPr/>
        <a:lstStyle/>
        <a:p>
          <a:endParaRPr lang="en-US"/>
        </a:p>
      </dgm:t>
    </dgm:pt>
    <dgm:pt modelId="{E50D341F-6A84-4D81-A5FC-E2780E55EAB9}" type="sibTrans" cxnId="{5D787355-DD22-474C-A0EF-EAA6E885196F}">
      <dgm:prSet/>
      <dgm:spPr/>
      <dgm:t>
        <a:bodyPr/>
        <a:lstStyle/>
        <a:p>
          <a:endParaRPr lang="en-US"/>
        </a:p>
      </dgm:t>
    </dgm:pt>
    <dgm:pt modelId="{DD33ADC3-DDC0-4E38-A329-01F8A5BF878B}">
      <dgm:prSet/>
      <dgm:spPr/>
      <dgm:t>
        <a:bodyPr/>
        <a:lstStyle/>
        <a:p>
          <a:pPr>
            <a:defRPr cap="all"/>
          </a:pPr>
          <a:r>
            <a:rPr lang="en-US"/>
            <a:t>Developer Self-Service</a:t>
          </a:r>
        </a:p>
      </dgm:t>
    </dgm:pt>
    <dgm:pt modelId="{56ED1105-727C-43EC-8F57-6A115F3348D5}" type="parTrans" cxnId="{074EFE23-64DB-4608-8E2F-86612C395420}">
      <dgm:prSet/>
      <dgm:spPr/>
      <dgm:t>
        <a:bodyPr/>
        <a:lstStyle/>
        <a:p>
          <a:endParaRPr lang="en-US"/>
        </a:p>
      </dgm:t>
    </dgm:pt>
    <dgm:pt modelId="{6364D4B1-F84D-4ABF-9E54-8C6924F6285D}" type="sibTrans" cxnId="{074EFE23-64DB-4608-8E2F-86612C395420}">
      <dgm:prSet/>
      <dgm:spPr/>
      <dgm:t>
        <a:bodyPr/>
        <a:lstStyle/>
        <a:p>
          <a:endParaRPr lang="en-US"/>
        </a:p>
      </dgm:t>
    </dgm:pt>
    <dgm:pt modelId="{F6D31EDE-48EA-494F-A01C-FD993725252B}" type="pres">
      <dgm:prSet presAssocID="{7C6C12D2-02B8-481B-A641-2598BDC89D78}" presName="root" presStyleCnt="0">
        <dgm:presLayoutVars>
          <dgm:dir/>
          <dgm:resizeHandles val="exact"/>
        </dgm:presLayoutVars>
      </dgm:prSet>
      <dgm:spPr/>
    </dgm:pt>
    <dgm:pt modelId="{9BAA5799-83BC-48D8-8EA7-9E39714CBA3D}" type="pres">
      <dgm:prSet presAssocID="{654A59C4-24CF-42DE-88E4-D13FB2263279}" presName="compNode" presStyleCnt="0"/>
      <dgm:spPr/>
    </dgm:pt>
    <dgm:pt modelId="{1A8B885B-9388-45A6-8E27-30233AC4087E}" type="pres">
      <dgm:prSet presAssocID="{654A59C4-24CF-42DE-88E4-D13FB2263279}" presName="iconBgRect" presStyleLbl="bgShp" presStyleIdx="0" presStyleCnt="3"/>
      <dgm:spPr/>
    </dgm:pt>
    <dgm:pt modelId="{14B5FAF3-4FEC-438E-9B84-6FEC6466C749}" type="pres">
      <dgm:prSet presAssocID="{654A59C4-24CF-42DE-88E4-D13FB2263279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3C3CF36E-F624-4A0E-8C3A-C1F3116D43EE}" type="pres">
      <dgm:prSet presAssocID="{654A59C4-24CF-42DE-88E4-D13FB2263279}" presName="spaceRect" presStyleCnt="0"/>
      <dgm:spPr/>
    </dgm:pt>
    <dgm:pt modelId="{7A7882D2-671D-4DBE-863B-8A3983DF4A94}" type="pres">
      <dgm:prSet presAssocID="{654A59C4-24CF-42DE-88E4-D13FB2263279}" presName="textRect" presStyleLbl="revTx" presStyleIdx="0" presStyleCnt="3">
        <dgm:presLayoutVars>
          <dgm:chMax val="1"/>
          <dgm:chPref val="1"/>
        </dgm:presLayoutVars>
      </dgm:prSet>
      <dgm:spPr/>
    </dgm:pt>
    <dgm:pt modelId="{EC76E8B3-EFA3-4BE9-80C6-0299407F28B7}" type="pres">
      <dgm:prSet presAssocID="{45B339D5-89DF-40BC-9D28-5F74F2AE1468}" presName="sibTrans" presStyleCnt="0"/>
      <dgm:spPr/>
    </dgm:pt>
    <dgm:pt modelId="{90EB8EFB-5AB6-4DE4-ABF3-B85B95959DEE}" type="pres">
      <dgm:prSet presAssocID="{32A03EEA-3DD8-4E09-9D1B-A5F379D1945B}" presName="compNode" presStyleCnt="0"/>
      <dgm:spPr/>
    </dgm:pt>
    <dgm:pt modelId="{ACC882B4-680B-4E37-956A-BC4B5358FFE9}" type="pres">
      <dgm:prSet presAssocID="{32A03EEA-3DD8-4E09-9D1B-A5F379D1945B}" presName="iconBgRect" presStyleLbl="bgShp" presStyleIdx="1" presStyleCnt="3"/>
      <dgm:spPr/>
    </dgm:pt>
    <dgm:pt modelId="{23CB622A-C536-4093-B1D4-B5CB399BA1CB}" type="pres">
      <dgm:prSet presAssocID="{32A03EEA-3DD8-4E09-9D1B-A5F379D1945B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ttings"/>
        </a:ext>
      </dgm:extLst>
    </dgm:pt>
    <dgm:pt modelId="{C33180C3-FBD3-473E-AC22-51E42A88335C}" type="pres">
      <dgm:prSet presAssocID="{32A03EEA-3DD8-4E09-9D1B-A5F379D1945B}" presName="spaceRect" presStyleCnt="0"/>
      <dgm:spPr/>
    </dgm:pt>
    <dgm:pt modelId="{1029DD05-7A4C-4223-B6B3-8ADD4B0204CB}" type="pres">
      <dgm:prSet presAssocID="{32A03EEA-3DD8-4E09-9D1B-A5F379D1945B}" presName="textRect" presStyleLbl="revTx" presStyleIdx="1" presStyleCnt="3">
        <dgm:presLayoutVars>
          <dgm:chMax val="1"/>
          <dgm:chPref val="1"/>
        </dgm:presLayoutVars>
      </dgm:prSet>
      <dgm:spPr/>
    </dgm:pt>
    <dgm:pt modelId="{B023F562-B487-4367-85B8-3466334DA195}" type="pres">
      <dgm:prSet presAssocID="{E50D341F-6A84-4D81-A5FC-E2780E55EAB9}" presName="sibTrans" presStyleCnt="0"/>
      <dgm:spPr/>
    </dgm:pt>
    <dgm:pt modelId="{55E40045-0AB0-4EB7-922F-DE2023586850}" type="pres">
      <dgm:prSet presAssocID="{DD33ADC3-DDC0-4E38-A329-01F8A5BF878B}" presName="compNode" presStyleCnt="0"/>
      <dgm:spPr/>
    </dgm:pt>
    <dgm:pt modelId="{22BD4BCE-78A1-4A7B-BACA-629D71D692EF}" type="pres">
      <dgm:prSet presAssocID="{DD33ADC3-DDC0-4E38-A329-01F8A5BF878B}" presName="iconBgRect" presStyleLbl="bgShp" presStyleIdx="2" presStyleCnt="3"/>
      <dgm:spPr/>
    </dgm:pt>
    <dgm:pt modelId="{FF0DADB7-4F96-44E9-8B53-5F360DFF60A1}" type="pres">
      <dgm:prSet presAssocID="{DD33ADC3-DDC0-4E38-A329-01F8A5BF878B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9F128655-8877-48FB-9861-ED167D9E8C57}" type="pres">
      <dgm:prSet presAssocID="{DD33ADC3-DDC0-4E38-A329-01F8A5BF878B}" presName="spaceRect" presStyleCnt="0"/>
      <dgm:spPr/>
    </dgm:pt>
    <dgm:pt modelId="{AC49B5DC-73FB-4509-9C68-24CB18FC1DA2}" type="pres">
      <dgm:prSet presAssocID="{DD33ADC3-DDC0-4E38-A329-01F8A5BF878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74EFE23-64DB-4608-8E2F-86612C395420}" srcId="{7C6C12D2-02B8-481B-A641-2598BDC89D78}" destId="{DD33ADC3-DDC0-4E38-A329-01F8A5BF878B}" srcOrd="2" destOrd="0" parTransId="{56ED1105-727C-43EC-8F57-6A115F3348D5}" sibTransId="{6364D4B1-F84D-4ABF-9E54-8C6924F6285D}"/>
    <dgm:cxn modelId="{5D787355-DD22-474C-A0EF-EAA6E885196F}" srcId="{7C6C12D2-02B8-481B-A641-2598BDC89D78}" destId="{32A03EEA-3DD8-4E09-9D1B-A5F379D1945B}" srcOrd="1" destOrd="0" parTransId="{7C05083C-61E7-49D0-BA01-65ECA3DCA41E}" sibTransId="{E50D341F-6A84-4D81-A5FC-E2780E55EAB9}"/>
    <dgm:cxn modelId="{4D03DC59-B843-4295-AA46-FCB339169D73}" srcId="{7C6C12D2-02B8-481B-A641-2598BDC89D78}" destId="{654A59C4-24CF-42DE-88E4-D13FB2263279}" srcOrd="0" destOrd="0" parTransId="{2D81C591-EDD3-4F6A-93D2-A98557271EA5}" sibTransId="{45B339D5-89DF-40BC-9D28-5F74F2AE1468}"/>
    <dgm:cxn modelId="{93C745B8-B269-4494-80FB-127D6784929C}" type="presOf" srcId="{32A03EEA-3DD8-4E09-9D1B-A5F379D1945B}" destId="{1029DD05-7A4C-4223-B6B3-8ADD4B0204CB}" srcOrd="0" destOrd="0" presId="urn:microsoft.com/office/officeart/2018/5/layout/IconCircleLabelList"/>
    <dgm:cxn modelId="{07480CD0-A8C3-4826-B0BE-12F14F060CB4}" type="presOf" srcId="{DD33ADC3-DDC0-4E38-A329-01F8A5BF878B}" destId="{AC49B5DC-73FB-4509-9C68-24CB18FC1DA2}" srcOrd="0" destOrd="0" presId="urn:microsoft.com/office/officeart/2018/5/layout/IconCircleLabelList"/>
    <dgm:cxn modelId="{F91BBAD9-7ADC-4C78-944E-A305FDD148CC}" type="presOf" srcId="{7C6C12D2-02B8-481B-A641-2598BDC89D78}" destId="{F6D31EDE-48EA-494F-A01C-FD993725252B}" srcOrd="0" destOrd="0" presId="urn:microsoft.com/office/officeart/2018/5/layout/IconCircleLabelList"/>
    <dgm:cxn modelId="{852F6AE3-4B3C-4404-8C19-8361ECBE64C4}" type="presOf" srcId="{654A59C4-24CF-42DE-88E4-D13FB2263279}" destId="{7A7882D2-671D-4DBE-863B-8A3983DF4A94}" srcOrd="0" destOrd="0" presId="urn:microsoft.com/office/officeart/2018/5/layout/IconCircleLabelList"/>
    <dgm:cxn modelId="{A73D2664-7344-4530-AF9B-2F627F9037E3}" type="presParOf" srcId="{F6D31EDE-48EA-494F-A01C-FD993725252B}" destId="{9BAA5799-83BC-48D8-8EA7-9E39714CBA3D}" srcOrd="0" destOrd="0" presId="urn:microsoft.com/office/officeart/2018/5/layout/IconCircleLabelList"/>
    <dgm:cxn modelId="{9206C987-9AA3-4921-80F5-4DA5DC9B2459}" type="presParOf" srcId="{9BAA5799-83BC-48D8-8EA7-9E39714CBA3D}" destId="{1A8B885B-9388-45A6-8E27-30233AC4087E}" srcOrd="0" destOrd="0" presId="urn:microsoft.com/office/officeart/2018/5/layout/IconCircleLabelList"/>
    <dgm:cxn modelId="{8C53E074-1F47-48AF-828B-E24AD72C833D}" type="presParOf" srcId="{9BAA5799-83BC-48D8-8EA7-9E39714CBA3D}" destId="{14B5FAF3-4FEC-438E-9B84-6FEC6466C749}" srcOrd="1" destOrd="0" presId="urn:microsoft.com/office/officeart/2018/5/layout/IconCircleLabelList"/>
    <dgm:cxn modelId="{9ADF9522-2352-4692-BA16-8C4C9C5F87D4}" type="presParOf" srcId="{9BAA5799-83BC-48D8-8EA7-9E39714CBA3D}" destId="{3C3CF36E-F624-4A0E-8C3A-C1F3116D43EE}" srcOrd="2" destOrd="0" presId="urn:microsoft.com/office/officeart/2018/5/layout/IconCircleLabelList"/>
    <dgm:cxn modelId="{D430D63A-C5EA-4EDD-8696-A6A5CC8C522C}" type="presParOf" srcId="{9BAA5799-83BC-48D8-8EA7-9E39714CBA3D}" destId="{7A7882D2-671D-4DBE-863B-8A3983DF4A94}" srcOrd="3" destOrd="0" presId="urn:microsoft.com/office/officeart/2018/5/layout/IconCircleLabelList"/>
    <dgm:cxn modelId="{40D99590-D93B-470D-9FD4-8AB10F9A76CF}" type="presParOf" srcId="{F6D31EDE-48EA-494F-A01C-FD993725252B}" destId="{EC76E8B3-EFA3-4BE9-80C6-0299407F28B7}" srcOrd="1" destOrd="0" presId="urn:microsoft.com/office/officeart/2018/5/layout/IconCircleLabelList"/>
    <dgm:cxn modelId="{5357FB27-524C-43F9-8C30-A3D6A2079B0A}" type="presParOf" srcId="{F6D31EDE-48EA-494F-A01C-FD993725252B}" destId="{90EB8EFB-5AB6-4DE4-ABF3-B85B95959DEE}" srcOrd="2" destOrd="0" presId="urn:microsoft.com/office/officeart/2018/5/layout/IconCircleLabelList"/>
    <dgm:cxn modelId="{A14F8556-BB85-48C6-BC13-4356E9ADE36B}" type="presParOf" srcId="{90EB8EFB-5AB6-4DE4-ABF3-B85B95959DEE}" destId="{ACC882B4-680B-4E37-956A-BC4B5358FFE9}" srcOrd="0" destOrd="0" presId="urn:microsoft.com/office/officeart/2018/5/layout/IconCircleLabelList"/>
    <dgm:cxn modelId="{19BA8577-F360-4F7C-B7DC-1D1B2F1CB7FA}" type="presParOf" srcId="{90EB8EFB-5AB6-4DE4-ABF3-B85B95959DEE}" destId="{23CB622A-C536-4093-B1D4-B5CB399BA1CB}" srcOrd="1" destOrd="0" presId="urn:microsoft.com/office/officeart/2018/5/layout/IconCircleLabelList"/>
    <dgm:cxn modelId="{50610F8C-6B9D-4B5C-A4ED-0C3406B5E4C2}" type="presParOf" srcId="{90EB8EFB-5AB6-4DE4-ABF3-B85B95959DEE}" destId="{C33180C3-FBD3-473E-AC22-51E42A88335C}" srcOrd="2" destOrd="0" presId="urn:microsoft.com/office/officeart/2018/5/layout/IconCircleLabelList"/>
    <dgm:cxn modelId="{527EBB2A-BDFE-456A-ACD1-335E26D2CA8D}" type="presParOf" srcId="{90EB8EFB-5AB6-4DE4-ABF3-B85B95959DEE}" destId="{1029DD05-7A4C-4223-B6B3-8ADD4B0204CB}" srcOrd="3" destOrd="0" presId="urn:microsoft.com/office/officeart/2018/5/layout/IconCircleLabelList"/>
    <dgm:cxn modelId="{A52FD161-06A4-4263-9894-12701AD0B3E4}" type="presParOf" srcId="{F6D31EDE-48EA-494F-A01C-FD993725252B}" destId="{B023F562-B487-4367-85B8-3466334DA195}" srcOrd="3" destOrd="0" presId="urn:microsoft.com/office/officeart/2018/5/layout/IconCircleLabelList"/>
    <dgm:cxn modelId="{B1CF6B8E-0355-4CB7-B354-20117B144D4C}" type="presParOf" srcId="{F6D31EDE-48EA-494F-A01C-FD993725252B}" destId="{55E40045-0AB0-4EB7-922F-DE2023586850}" srcOrd="4" destOrd="0" presId="urn:microsoft.com/office/officeart/2018/5/layout/IconCircleLabelList"/>
    <dgm:cxn modelId="{96B15D6B-B9AC-479D-8899-8ED754876539}" type="presParOf" srcId="{55E40045-0AB0-4EB7-922F-DE2023586850}" destId="{22BD4BCE-78A1-4A7B-BACA-629D71D692EF}" srcOrd="0" destOrd="0" presId="urn:microsoft.com/office/officeart/2018/5/layout/IconCircleLabelList"/>
    <dgm:cxn modelId="{967CA55B-B3F7-4501-8865-3FB86025324F}" type="presParOf" srcId="{55E40045-0AB0-4EB7-922F-DE2023586850}" destId="{FF0DADB7-4F96-44E9-8B53-5F360DFF60A1}" srcOrd="1" destOrd="0" presId="urn:microsoft.com/office/officeart/2018/5/layout/IconCircleLabelList"/>
    <dgm:cxn modelId="{C0E738E1-8530-4DB2-9863-4D448829F7A3}" type="presParOf" srcId="{55E40045-0AB0-4EB7-922F-DE2023586850}" destId="{9F128655-8877-48FB-9861-ED167D9E8C57}" srcOrd="2" destOrd="0" presId="urn:microsoft.com/office/officeart/2018/5/layout/IconCircleLabelList"/>
    <dgm:cxn modelId="{924E06C9-CAEB-4405-BB71-BEE8404DD191}" type="presParOf" srcId="{55E40045-0AB0-4EB7-922F-DE2023586850}" destId="{AC49B5DC-73FB-4509-9C68-24CB18FC1DA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70AAAF4-4728-4F6C-8D2E-6B532FA49A2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A39DD31-E153-4F89-86BE-81A64D5B459F}">
      <dgm:prSet/>
      <dgm:spPr/>
      <dgm:t>
        <a:bodyPr/>
        <a:lstStyle/>
        <a:p>
          <a:r>
            <a:rPr lang="en-US"/>
            <a:t>Network Security</a:t>
          </a:r>
        </a:p>
      </dgm:t>
    </dgm:pt>
    <dgm:pt modelId="{5DA10FA8-F039-4A85-B622-6F706AA403D5}" type="parTrans" cxnId="{377ABEB4-0D40-485A-93B8-9D50303C8525}">
      <dgm:prSet/>
      <dgm:spPr/>
      <dgm:t>
        <a:bodyPr/>
        <a:lstStyle/>
        <a:p>
          <a:endParaRPr lang="en-US"/>
        </a:p>
      </dgm:t>
    </dgm:pt>
    <dgm:pt modelId="{924D321C-03E5-45B5-81A3-C7DB3E68BC00}" type="sibTrans" cxnId="{377ABEB4-0D40-485A-93B8-9D50303C8525}">
      <dgm:prSet/>
      <dgm:spPr/>
      <dgm:t>
        <a:bodyPr/>
        <a:lstStyle/>
        <a:p>
          <a:endParaRPr lang="en-US"/>
        </a:p>
      </dgm:t>
    </dgm:pt>
    <dgm:pt modelId="{3D279F13-DA93-4B70-B6DD-B48430C77209}">
      <dgm:prSet/>
      <dgm:spPr/>
      <dgm:t>
        <a:bodyPr/>
        <a:lstStyle/>
        <a:p>
          <a:r>
            <a:rPr lang="en-US"/>
            <a:t>Expose Non-HTTP Apps</a:t>
          </a:r>
        </a:p>
      </dgm:t>
    </dgm:pt>
    <dgm:pt modelId="{4E22E1F8-8D36-4EA2-AE0F-A4A09F772D19}" type="parTrans" cxnId="{CA308058-3C6B-4D15-9515-9D36DF47D908}">
      <dgm:prSet/>
      <dgm:spPr/>
      <dgm:t>
        <a:bodyPr/>
        <a:lstStyle/>
        <a:p>
          <a:endParaRPr lang="en-US"/>
        </a:p>
      </dgm:t>
    </dgm:pt>
    <dgm:pt modelId="{4A40D0BD-3B6C-4950-BDB1-350C468CACB7}" type="sibTrans" cxnId="{CA308058-3C6B-4D15-9515-9D36DF47D908}">
      <dgm:prSet/>
      <dgm:spPr/>
      <dgm:t>
        <a:bodyPr/>
        <a:lstStyle/>
        <a:p>
          <a:endParaRPr lang="en-US"/>
        </a:p>
      </dgm:t>
    </dgm:pt>
    <dgm:pt modelId="{E390F501-7093-47DA-AB15-BA13988F263D}">
      <dgm:prSet/>
      <dgm:spPr/>
      <dgm:t>
        <a:bodyPr/>
        <a:lstStyle/>
        <a:p>
          <a:r>
            <a:rPr lang="en-US"/>
            <a:t>Developer Self-Service</a:t>
          </a:r>
        </a:p>
      </dgm:t>
    </dgm:pt>
    <dgm:pt modelId="{9C8F1725-BD60-48F7-9134-65FCE6EAB8D0}" type="parTrans" cxnId="{E39DF1E2-EF61-4CD5-B32D-A83958AEA5DD}">
      <dgm:prSet/>
      <dgm:spPr/>
      <dgm:t>
        <a:bodyPr/>
        <a:lstStyle/>
        <a:p>
          <a:endParaRPr lang="en-US"/>
        </a:p>
      </dgm:t>
    </dgm:pt>
    <dgm:pt modelId="{C07D2F7B-5421-4243-8A51-C2DFB4AE8997}" type="sibTrans" cxnId="{E39DF1E2-EF61-4CD5-B32D-A83958AEA5DD}">
      <dgm:prSet/>
      <dgm:spPr/>
      <dgm:t>
        <a:bodyPr/>
        <a:lstStyle/>
        <a:p>
          <a:endParaRPr lang="en-US"/>
        </a:p>
      </dgm:t>
    </dgm:pt>
    <dgm:pt modelId="{894A3A85-F95C-442B-B386-237DAF674761}">
      <dgm:prSet/>
      <dgm:spPr/>
      <dgm:t>
        <a:bodyPr/>
        <a:lstStyle/>
        <a:p>
          <a:r>
            <a:rPr lang="en-US"/>
            <a:t>Hands-on Labs</a:t>
          </a:r>
        </a:p>
      </dgm:t>
    </dgm:pt>
    <dgm:pt modelId="{E822EFD4-1409-414F-8ADE-F395FBC97A57}" type="parTrans" cxnId="{EE2185B1-8B55-4BFA-8555-91A581482ACF}">
      <dgm:prSet/>
      <dgm:spPr/>
      <dgm:t>
        <a:bodyPr/>
        <a:lstStyle/>
        <a:p>
          <a:endParaRPr lang="en-US"/>
        </a:p>
      </dgm:t>
    </dgm:pt>
    <dgm:pt modelId="{575C58B8-545F-46F4-9D64-210547EF1708}" type="sibTrans" cxnId="{EE2185B1-8B55-4BFA-8555-91A581482ACF}">
      <dgm:prSet/>
      <dgm:spPr/>
      <dgm:t>
        <a:bodyPr/>
        <a:lstStyle/>
        <a:p>
          <a:endParaRPr lang="en-US"/>
        </a:p>
      </dgm:t>
    </dgm:pt>
    <dgm:pt modelId="{188F24B8-D1C9-440F-AE6F-6FC2EFCC8AE2}" type="pres">
      <dgm:prSet presAssocID="{470AAAF4-4728-4F6C-8D2E-6B532FA49A2B}" presName="root" presStyleCnt="0">
        <dgm:presLayoutVars>
          <dgm:dir/>
          <dgm:resizeHandles val="exact"/>
        </dgm:presLayoutVars>
      </dgm:prSet>
      <dgm:spPr/>
    </dgm:pt>
    <dgm:pt modelId="{5FB3A540-8342-4D06-B4F0-EEFC79CE529C}" type="pres">
      <dgm:prSet presAssocID="{8A39DD31-E153-4F89-86BE-81A64D5B459F}" presName="compNode" presStyleCnt="0"/>
      <dgm:spPr/>
    </dgm:pt>
    <dgm:pt modelId="{07AFFAB7-04DB-4D52-A567-9B199E166A7F}" type="pres">
      <dgm:prSet presAssocID="{8A39DD31-E153-4F89-86BE-81A64D5B459F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C080C30E-B0EF-43C9-AC47-0367C7038BB0}" type="pres">
      <dgm:prSet presAssocID="{8A39DD31-E153-4F89-86BE-81A64D5B459F}" presName="spaceRect" presStyleCnt="0"/>
      <dgm:spPr/>
    </dgm:pt>
    <dgm:pt modelId="{50BDE9D7-6229-4E3F-B2B9-C109852E553D}" type="pres">
      <dgm:prSet presAssocID="{8A39DD31-E153-4F89-86BE-81A64D5B459F}" presName="textRect" presStyleLbl="revTx" presStyleIdx="0" presStyleCnt="4">
        <dgm:presLayoutVars>
          <dgm:chMax val="1"/>
          <dgm:chPref val="1"/>
        </dgm:presLayoutVars>
      </dgm:prSet>
      <dgm:spPr/>
    </dgm:pt>
    <dgm:pt modelId="{F4B351EC-F05B-4A7D-BBB5-C7E98B8A8970}" type="pres">
      <dgm:prSet presAssocID="{924D321C-03E5-45B5-81A3-C7DB3E68BC00}" presName="sibTrans" presStyleCnt="0"/>
      <dgm:spPr/>
    </dgm:pt>
    <dgm:pt modelId="{D42EEF34-88DF-4BCA-8FAB-F7C0E69CF627}" type="pres">
      <dgm:prSet presAssocID="{3D279F13-DA93-4B70-B6DD-B48430C77209}" presName="compNode" presStyleCnt="0"/>
      <dgm:spPr/>
    </dgm:pt>
    <dgm:pt modelId="{75220B73-64B6-409A-90A1-1BCE7351D56F}" type="pres">
      <dgm:prSet presAssocID="{3D279F13-DA93-4B70-B6DD-B48430C77209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03A37894-EA4C-4DE3-BCFF-AE73DFF700BC}" type="pres">
      <dgm:prSet presAssocID="{3D279F13-DA93-4B70-B6DD-B48430C77209}" presName="spaceRect" presStyleCnt="0"/>
      <dgm:spPr/>
    </dgm:pt>
    <dgm:pt modelId="{86A91736-D2C4-4947-9EC1-83E6E7AF041F}" type="pres">
      <dgm:prSet presAssocID="{3D279F13-DA93-4B70-B6DD-B48430C77209}" presName="textRect" presStyleLbl="revTx" presStyleIdx="1" presStyleCnt="4">
        <dgm:presLayoutVars>
          <dgm:chMax val="1"/>
          <dgm:chPref val="1"/>
        </dgm:presLayoutVars>
      </dgm:prSet>
      <dgm:spPr/>
    </dgm:pt>
    <dgm:pt modelId="{A9795383-B8D3-4FB5-BA05-72E1A6F82930}" type="pres">
      <dgm:prSet presAssocID="{4A40D0BD-3B6C-4950-BDB1-350C468CACB7}" presName="sibTrans" presStyleCnt="0"/>
      <dgm:spPr/>
    </dgm:pt>
    <dgm:pt modelId="{22572E26-8D7C-4759-B5D7-8D90FE52ADB1}" type="pres">
      <dgm:prSet presAssocID="{E390F501-7093-47DA-AB15-BA13988F263D}" presName="compNode" presStyleCnt="0"/>
      <dgm:spPr/>
    </dgm:pt>
    <dgm:pt modelId="{E76687F0-92C6-4F4E-9FAA-9FBA80E9E100}" type="pres">
      <dgm:prSet presAssocID="{E390F501-7093-47DA-AB15-BA13988F263D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850565F1-F1D2-443B-A9EA-04AF63A38152}" type="pres">
      <dgm:prSet presAssocID="{E390F501-7093-47DA-AB15-BA13988F263D}" presName="spaceRect" presStyleCnt="0"/>
      <dgm:spPr/>
    </dgm:pt>
    <dgm:pt modelId="{21C1FD25-9D34-400A-88EA-8C4E7D5D6032}" type="pres">
      <dgm:prSet presAssocID="{E390F501-7093-47DA-AB15-BA13988F263D}" presName="textRect" presStyleLbl="revTx" presStyleIdx="2" presStyleCnt="4">
        <dgm:presLayoutVars>
          <dgm:chMax val="1"/>
          <dgm:chPref val="1"/>
        </dgm:presLayoutVars>
      </dgm:prSet>
      <dgm:spPr/>
    </dgm:pt>
    <dgm:pt modelId="{49C8A530-725E-4993-8F81-82A6FFA41CC1}" type="pres">
      <dgm:prSet presAssocID="{C07D2F7B-5421-4243-8A51-C2DFB4AE8997}" presName="sibTrans" presStyleCnt="0"/>
      <dgm:spPr/>
    </dgm:pt>
    <dgm:pt modelId="{36E823EB-6B1B-453F-8574-87B9E65089C3}" type="pres">
      <dgm:prSet presAssocID="{894A3A85-F95C-442B-B386-237DAF674761}" presName="compNode" presStyleCnt="0"/>
      <dgm:spPr/>
    </dgm:pt>
    <dgm:pt modelId="{A8D9F56C-DA62-4185-B41A-06EF237C65BF}" type="pres">
      <dgm:prSet presAssocID="{894A3A85-F95C-442B-B386-237DAF674761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EFCA7356-4000-42D0-8276-E1E3B96EAAF7}" type="pres">
      <dgm:prSet presAssocID="{894A3A85-F95C-442B-B386-237DAF674761}" presName="spaceRect" presStyleCnt="0"/>
      <dgm:spPr/>
    </dgm:pt>
    <dgm:pt modelId="{C812330D-C09D-4788-8E07-38BD285DC656}" type="pres">
      <dgm:prSet presAssocID="{894A3A85-F95C-442B-B386-237DAF67476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CE89A04-2D87-4FA8-BA71-D3043D6B507B}" type="presOf" srcId="{470AAAF4-4728-4F6C-8D2E-6B532FA49A2B}" destId="{188F24B8-D1C9-440F-AE6F-6FC2EFCC8AE2}" srcOrd="0" destOrd="0" presId="urn:microsoft.com/office/officeart/2018/2/layout/IconLabelList"/>
    <dgm:cxn modelId="{0E25AF25-5DCB-4CA6-A91D-55F1278C1FF6}" type="presOf" srcId="{8A39DD31-E153-4F89-86BE-81A64D5B459F}" destId="{50BDE9D7-6229-4E3F-B2B9-C109852E553D}" srcOrd="0" destOrd="0" presId="urn:microsoft.com/office/officeart/2018/2/layout/IconLabelList"/>
    <dgm:cxn modelId="{4526CC39-063F-4716-8C99-F76AFA91A1DD}" type="presOf" srcId="{E390F501-7093-47DA-AB15-BA13988F263D}" destId="{21C1FD25-9D34-400A-88EA-8C4E7D5D6032}" srcOrd="0" destOrd="0" presId="urn:microsoft.com/office/officeart/2018/2/layout/IconLabelList"/>
    <dgm:cxn modelId="{CA308058-3C6B-4D15-9515-9D36DF47D908}" srcId="{470AAAF4-4728-4F6C-8D2E-6B532FA49A2B}" destId="{3D279F13-DA93-4B70-B6DD-B48430C77209}" srcOrd="1" destOrd="0" parTransId="{4E22E1F8-8D36-4EA2-AE0F-A4A09F772D19}" sibTransId="{4A40D0BD-3B6C-4950-BDB1-350C468CACB7}"/>
    <dgm:cxn modelId="{39BAC9AE-B627-4926-A04B-A8A41658713E}" type="presOf" srcId="{3D279F13-DA93-4B70-B6DD-B48430C77209}" destId="{86A91736-D2C4-4947-9EC1-83E6E7AF041F}" srcOrd="0" destOrd="0" presId="urn:microsoft.com/office/officeart/2018/2/layout/IconLabelList"/>
    <dgm:cxn modelId="{EE2185B1-8B55-4BFA-8555-91A581482ACF}" srcId="{470AAAF4-4728-4F6C-8D2E-6B532FA49A2B}" destId="{894A3A85-F95C-442B-B386-237DAF674761}" srcOrd="3" destOrd="0" parTransId="{E822EFD4-1409-414F-8ADE-F395FBC97A57}" sibTransId="{575C58B8-545F-46F4-9D64-210547EF1708}"/>
    <dgm:cxn modelId="{377ABEB4-0D40-485A-93B8-9D50303C8525}" srcId="{470AAAF4-4728-4F6C-8D2E-6B532FA49A2B}" destId="{8A39DD31-E153-4F89-86BE-81A64D5B459F}" srcOrd="0" destOrd="0" parTransId="{5DA10FA8-F039-4A85-B622-6F706AA403D5}" sibTransId="{924D321C-03E5-45B5-81A3-C7DB3E68BC00}"/>
    <dgm:cxn modelId="{E39DF1E2-EF61-4CD5-B32D-A83958AEA5DD}" srcId="{470AAAF4-4728-4F6C-8D2E-6B532FA49A2B}" destId="{E390F501-7093-47DA-AB15-BA13988F263D}" srcOrd="2" destOrd="0" parTransId="{9C8F1725-BD60-48F7-9134-65FCE6EAB8D0}" sibTransId="{C07D2F7B-5421-4243-8A51-C2DFB4AE8997}"/>
    <dgm:cxn modelId="{C2729DEB-D24F-4D59-A5A7-F4F34C1ACA93}" type="presOf" srcId="{894A3A85-F95C-442B-B386-237DAF674761}" destId="{C812330D-C09D-4788-8E07-38BD285DC656}" srcOrd="0" destOrd="0" presId="urn:microsoft.com/office/officeart/2018/2/layout/IconLabelList"/>
    <dgm:cxn modelId="{142235A7-05FB-4475-A667-21BB53C97996}" type="presParOf" srcId="{188F24B8-D1C9-440F-AE6F-6FC2EFCC8AE2}" destId="{5FB3A540-8342-4D06-B4F0-EEFC79CE529C}" srcOrd="0" destOrd="0" presId="urn:microsoft.com/office/officeart/2018/2/layout/IconLabelList"/>
    <dgm:cxn modelId="{FE3E7890-3063-413A-9FC8-4D584A72DDDE}" type="presParOf" srcId="{5FB3A540-8342-4D06-B4F0-EEFC79CE529C}" destId="{07AFFAB7-04DB-4D52-A567-9B199E166A7F}" srcOrd="0" destOrd="0" presId="urn:microsoft.com/office/officeart/2018/2/layout/IconLabelList"/>
    <dgm:cxn modelId="{1B7880BB-B23A-4B5C-B661-26250F1D58CC}" type="presParOf" srcId="{5FB3A540-8342-4D06-B4F0-EEFC79CE529C}" destId="{C080C30E-B0EF-43C9-AC47-0367C7038BB0}" srcOrd="1" destOrd="0" presId="urn:microsoft.com/office/officeart/2018/2/layout/IconLabelList"/>
    <dgm:cxn modelId="{1173BBA6-155C-46BD-AA60-B0D51033C391}" type="presParOf" srcId="{5FB3A540-8342-4D06-B4F0-EEFC79CE529C}" destId="{50BDE9D7-6229-4E3F-B2B9-C109852E553D}" srcOrd="2" destOrd="0" presId="urn:microsoft.com/office/officeart/2018/2/layout/IconLabelList"/>
    <dgm:cxn modelId="{74F151D7-1FB7-439C-A598-4EEC28F02569}" type="presParOf" srcId="{188F24B8-D1C9-440F-AE6F-6FC2EFCC8AE2}" destId="{F4B351EC-F05B-4A7D-BBB5-C7E98B8A8970}" srcOrd="1" destOrd="0" presId="urn:microsoft.com/office/officeart/2018/2/layout/IconLabelList"/>
    <dgm:cxn modelId="{26BF7A5C-AE36-4E18-B7B1-1E00DF489A20}" type="presParOf" srcId="{188F24B8-D1C9-440F-AE6F-6FC2EFCC8AE2}" destId="{D42EEF34-88DF-4BCA-8FAB-F7C0E69CF627}" srcOrd="2" destOrd="0" presId="urn:microsoft.com/office/officeart/2018/2/layout/IconLabelList"/>
    <dgm:cxn modelId="{0FFE7A9B-C807-484C-8E40-1BB9133CECA3}" type="presParOf" srcId="{D42EEF34-88DF-4BCA-8FAB-F7C0E69CF627}" destId="{75220B73-64B6-409A-90A1-1BCE7351D56F}" srcOrd="0" destOrd="0" presId="urn:microsoft.com/office/officeart/2018/2/layout/IconLabelList"/>
    <dgm:cxn modelId="{DD2A1818-35AB-45C5-A79B-C206F623B5F5}" type="presParOf" srcId="{D42EEF34-88DF-4BCA-8FAB-F7C0E69CF627}" destId="{03A37894-EA4C-4DE3-BCFF-AE73DFF700BC}" srcOrd="1" destOrd="0" presId="urn:microsoft.com/office/officeart/2018/2/layout/IconLabelList"/>
    <dgm:cxn modelId="{33FDF8EC-47D6-42FF-A665-D5680C26FC94}" type="presParOf" srcId="{D42EEF34-88DF-4BCA-8FAB-F7C0E69CF627}" destId="{86A91736-D2C4-4947-9EC1-83E6E7AF041F}" srcOrd="2" destOrd="0" presId="urn:microsoft.com/office/officeart/2018/2/layout/IconLabelList"/>
    <dgm:cxn modelId="{4CD372CD-1245-4859-877A-301247B925ED}" type="presParOf" srcId="{188F24B8-D1C9-440F-AE6F-6FC2EFCC8AE2}" destId="{A9795383-B8D3-4FB5-BA05-72E1A6F82930}" srcOrd="3" destOrd="0" presId="urn:microsoft.com/office/officeart/2018/2/layout/IconLabelList"/>
    <dgm:cxn modelId="{44E10E5C-7C83-4A9A-8F9A-F7B7992F01EB}" type="presParOf" srcId="{188F24B8-D1C9-440F-AE6F-6FC2EFCC8AE2}" destId="{22572E26-8D7C-4759-B5D7-8D90FE52ADB1}" srcOrd="4" destOrd="0" presId="urn:microsoft.com/office/officeart/2018/2/layout/IconLabelList"/>
    <dgm:cxn modelId="{DF741138-0222-4F63-ADB5-D4D4991128D7}" type="presParOf" srcId="{22572E26-8D7C-4759-B5D7-8D90FE52ADB1}" destId="{E76687F0-92C6-4F4E-9FAA-9FBA80E9E100}" srcOrd="0" destOrd="0" presId="urn:microsoft.com/office/officeart/2018/2/layout/IconLabelList"/>
    <dgm:cxn modelId="{31380F48-7257-4849-9D5C-1CE7705AF2F2}" type="presParOf" srcId="{22572E26-8D7C-4759-B5D7-8D90FE52ADB1}" destId="{850565F1-F1D2-443B-A9EA-04AF63A38152}" srcOrd="1" destOrd="0" presId="urn:microsoft.com/office/officeart/2018/2/layout/IconLabelList"/>
    <dgm:cxn modelId="{9A1B49F2-0F5A-4F52-B63F-262ECCA94525}" type="presParOf" srcId="{22572E26-8D7C-4759-B5D7-8D90FE52ADB1}" destId="{21C1FD25-9D34-400A-88EA-8C4E7D5D6032}" srcOrd="2" destOrd="0" presId="urn:microsoft.com/office/officeart/2018/2/layout/IconLabelList"/>
    <dgm:cxn modelId="{A0F898A8-5F5E-40D0-8B88-B093C71D494C}" type="presParOf" srcId="{188F24B8-D1C9-440F-AE6F-6FC2EFCC8AE2}" destId="{49C8A530-725E-4993-8F81-82A6FFA41CC1}" srcOrd="5" destOrd="0" presId="urn:microsoft.com/office/officeart/2018/2/layout/IconLabelList"/>
    <dgm:cxn modelId="{00DEEE5B-E8FF-4A4D-BD80-17AA3CE2F5A6}" type="presParOf" srcId="{188F24B8-D1C9-440F-AE6F-6FC2EFCC8AE2}" destId="{36E823EB-6B1B-453F-8574-87B9E65089C3}" srcOrd="6" destOrd="0" presId="urn:microsoft.com/office/officeart/2018/2/layout/IconLabelList"/>
    <dgm:cxn modelId="{594FC3E3-F5E8-47DD-976A-359F008461FE}" type="presParOf" srcId="{36E823EB-6B1B-453F-8574-87B9E65089C3}" destId="{A8D9F56C-DA62-4185-B41A-06EF237C65BF}" srcOrd="0" destOrd="0" presId="urn:microsoft.com/office/officeart/2018/2/layout/IconLabelList"/>
    <dgm:cxn modelId="{222A7EC6-E673-41E7-A0C9-FB6D0CC61E38}" type="presParOf" srcId="{36E823EB-6B1B-453F-8574-87B9E65089C3}" destId="{EFCA7356-4000-42D0-8276-E1E3B96EAAF7}" srcOrd="1" destOrd="0" presId="urn:microsoft.com/office/officeart/2018/2/layout/IconLabelList"/>
    <dgm:cxn modelId="{A589A6D1-C67A-4ECA-A6A7-3535CB43D7E7}" type="presParOf" srcId="{36E823EB-6B1B-453F-8574-87B9E65089C3}" destId="{C812330D-C09D-4788-8E07-38BD285DC65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BD55314-39C0-4769-B22A-927508B9523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93AC410D-A29E-43FC-8E41-DF3D80674902}">
      <dgm:prSet/>
      <dgm:spPr/>
      <dgm:t>
        <a:bodyPr/>
        <a:lstStyle/>
        <a:p>
          <a:r>
            <a:rPr lang="en-US"/>
            <a:t>Pods communicate freely by default</a:t>
          </a:r>
        </a:p>
      </dgm:t>
    </dgm:pt>
    <dgm:pt modelId="{11C93E13-613A-4E52-9690-5815FF9B2FA5}" type="parTrans" cxnId="{63A9962F-4C07-4E7D-81BA-192A3C517953}">
      <dgm:prSet/>
      <dgm:spPr/>
      <dgm:t>
        <a:bodyPr/>
        <a:lstStyle/>
        <a:p>
          <a:endParaRPr lang="en-US"/>
        </a:p>
      </dgm:t>
    </dgm:pt>
    <dgm:pt modelId="{E231D697-95AA-4A28-A3C8-3664D4FBDB45}" type="sibTrans" cxnId="{63A9962F-4C07-4E7D-81BA-192A3C517953}">
      <dgm:prSet/>
      <dgm:spPr/>
      <dgm:t>
        <a:bodyPr/>
        <a:lstStyle/>
        <a:p>
          <a:endParaRPr lang="en-US"/>
        </a:p>
      </dgm:t>
    </dgm:pt>
    <dgm:pt modelId="{223B60E2-3765-497C-8DCF-B25C06A64556}">
      <dgm:prSet/>
      <dgm:spPr/>
      <dgm:t>
        <a:bodyPr/>
        <a:lstStyle/>
        <a:p>
          <a:r>
            <a:rPr lang="en-US"/>
            <a:t>Need TLS + Network Policies</a:t>
          </a:r>
        </a:p>
      </dgm:t>
    </dgm:pt>
    <dgm:pt modelId="{586EE75F-FBC4-4ACE-802F-2991711EE86E}" type="parTrans" cxnId="{E050FF9A-3443-48B0-B1B3-EB15EB364CDC}">
      <dgm:prSet/>
      <dgm:spPr/>
      <dgm:t>
        <a:bodyPr/>
        <a:lstStyle/>
        <a:p>
          <a:endParaRPr lang="en-US"/>
        </a:p>
      </dgm:t>
    </dgm:pt>
    <dgm:pt modelId="{37798771-9FD8-455F-862C-D53DEC274DD8}" type="sibTrans" cxnId="{E050FF9A-3443-48B0-B1B3-EB15EB364CDC}">
      <dgm:prSet/>
      <dgm:spPr/>
      <dgm:t>
        <a:bodyPr/>
        <a:lstStyle/>
        <a:p>
          <a:endParaRPr lang="en-US"/>
        </a:p>
      </dgm:t>
    </dgm:pt>
    <dgm:pt modelId="{4FB770DE-E433-41D0-9489-A38B3B11FBD6}" type="pres">
      <dgm:prSet presAssocID="{6BD55314-39C0-4769-B22A-927508B95239}" presName="root" presStyleCnt="0">
        <dgm:presLayoutVars>
          <dgm:dir/>
          <dgm:resizeHandles val="exact"/>
        </dgm:presLayoutVars>
      </dgm:prSet>
      <dgm:spPr/>
    </dgm:pt>
    <dgm:pt modelId="{1C6B6071-7E88-4E0A-82E4-AE2566B59631}" type="pres">
      <dgm:prSet presAssocID="{93AC410D-A29E-43FC-8E41-DF3D80674902}" presName="compNode" presStyleCnt="0"/>
      <dgm:spPr/>
    </dgm:pt>
    <dgm:pt modelId="{DFF3D5F9-E969-4404-AB79-423B87882116}" type="pres">
      <dgm:prSet presAssocID="{93AC410D-A29E-43FC-8E41-DF3D80674902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317E938D-D4A6-450B-9B80-0D012E92CB27}" type="pres">
      <dgm:prSet presAssocID="{93AC410D-A29E-43FC-8E41-DF3D80674902}" presName="spaceRect" presStyleCnt="0"/>
      <dgm:spPr/>
    </dgm:pt>
    <dgm:pt modelId="{01FDA9A8-0596-4533-A8EE-8540DB2AF34D}" type="pres">
      <dgm:prSet presAssocID="{93AC410D-A29E-43FC-8E41-DF3D80674902}" presName="textRect" presStyleLbl="revTx" presStyleIdx="0" presStyleCnt="2">
        <dgm:presLayoutVars>
          <dgm:chMax val="1"/>
          <dgm:chPref val="1"/>
        </dgm:presLayoutVars>
      </dgm:prSet>
      <dgm:spPr/>
    </dgm:pt>
    <dgm:pt modelId="{9DE5FDB3-D45B-4C8F-97CA-3D2458D5A27E}" type="pres">
      <dgm:prSet presAssocID="{E231D697-95AA-4A28-A3C8-3664D4FBDB45}" presName="sibTrans" presStyleCnt="0"/>
      <dgm:spPr/>
    </dgm:pt>
    <dgm:pt modelId="{633069F6-08E8-4558-A3DA-073B9307BFCF}" type="pres">
      <dgm:prSet presAssocID="{223B60E2-3765-497C-8DCF-B25C06A64556}" presName="compNode" presStyleCnt="0"/>
      <dgm:spPr/>
    </dgm:pt>
    <dgm:pt modelId="{AC8F8428-44DD-48FF-929F-3C0FA7418261}" type="pres">
      <dgm:prSet presAssocID="{223B60E2-3765-497C-8DCF-B25C06A64556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52CBCE0-4E03-427B-A15C-3A23B844E009}" type="pres">
      <dgm:prSet presAssocID="{223B60E2-3765-497C-8DCF-B25C06A64556}" presName="spaceRect" presStyleCnt="0"/>
      <dgm:spPr/>
    </dgm:pt>
    <dgm:pt modelId="{F42FC55C-203F-4D46-8A04-579A7692D628}" type="pres">
      <dgm:prSet presAssocID="{223B60E2-3765-497C-8DCF-B25C06A64556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63A9962F-4C07-4E7D-81BA-192A3C517953}" srcId="{6BD55314-39C0-4769-B22A-927508B95239}" destId="{93AC410D-A29E-43FC-8E41-DF3D80674902}" srcOrd="0" destOrd="0" parTransId="{11C93E13-613A-4E52-9690-5815FF9B2FA5}" sibTransId="{E231D697-95AA-4A28-A3C8-3664D4FBDB45}"/>
    <dgm:cxn modelId="{C832F37B-1671-4217-9893-25536A1A954C}" type="presOf" srcId="{93AC410D-A29E-43FC-8E41-DF3D80674902}" destId="{01FDA9A8-0596-4533-A8EE-8540DB2AF34D}" srcOrd="0" destOrd="0" presId="urn:microsoft.com/office/officeart/2018/2/layout/IconLabelList"/>
    <dgm:cxn modelId="{E050FF9A-3443-48B0-B1B3-EB15EB364CDC}" srcId="{6BD55314-39C0-4769-B22A-927508B95239}" destId="{223B60E2-3765-497C-8DCF-B25C06A64556}" srcOrd="1" destOrd="0" parTransId="{586EE75F-FBC4-4ACE-802F-2991711EE86E}" sibTransId="{37798771-9FD8-455F-862C-D53DEC274DD8}"/>
    <dgm:cxn modelId="{69AFAFA3-4BAD-4E0D-BEB5-098E219DFBFE}" type="presOf" srcId="{223B60E2-3765-497C-8DCF-B25C06A64556}" destId="{F42FC55C-203F-4D46-8A04-579A7692D628}" srcOrd="0" destOrd="0" presId="urn:microsoft.com/office/officeart/2018/2/layout/IconLabelList"/>
    <dgm:cxn modelId="{BD0415B2-14B2-4123-99FF-318EA97966BA}" type="presOf" srcId="{6BD55314-39C0-4769-B22A-927508B95239}" destId="{4FB770DE-E433-41D0-9489-A38B3B11FBD6}" srcOrd="0" destOrd="0" presId="urn:microsoft.com/office/officeart/2018/2/layout/IconLabelList"/>
    <dgm:cxn modelId="{10CFB06B-040C-49DD-A1F3-ABFBEEF9DAFB}" type="presParOf" srcId="{4FB770DE-E433-41D0-9489-A38B3B11FBD6}" destId="{1C6B6071-7E88-4E0A-82E4-AE2566B59631}" srcOrd="0" destOrd="0" presId="urn:microsoft.com/office/officeart/2018/2/layout/IconLabelList"/>
    <dgm:cxn modelId="{461E4181-B149-4771-9C5C-CDB7F79621C4}" type="presParOf" srcId="{1C6B6071-7E88-4E0A-82E4-AE2566B59631}" destId="{DFF3D5F9-E969-4404-AB79-423B87882116}" srcOrd="0" destOrd="0" presId="urn:microsoft.com/office/officeart/2018/2/layout/IconLabelList"/>
    <dgm:cxn modelId="{5B481777-C1D1-4D30-884F-93034E2EC0CC}" type="presParOf" srcId="{1C6B6071-7E88-4E0A-82E4-AE2566B59631}" destId="{317E938D-D4A6-450B-9B80-0D012E92CB27}" srcOrd="1" destOrd="0" presId="urn:microsoft.com/office/officeart/2018/2/layout/IconLabelList"/>
    <dgm:cxn modelId="{1FFFEDB7-5F84-4655-A503-052E33DEEDDF}" type="presParOf" srcId="{1C6B6071-7E88-4E0A-82E4-AE2566B59631}" destId="{01FDA9A8-0596-4533-A8EE-8540DB2AF34D}" srcOrd="2" destOrd="0" presId="urn:microsoft.com/office/officeart/2018/2/layout/IconLabelList"/>
    <dgm:cxn modelId="{7D43EDC3-A42E-497B-ACCB-38B3372C1E91}" type="presParOf" srcId="{4FB770DE-E433-41D0-9489-A38B3B11FBD6}" destId="{9DE5FDB3-D45B-4C8F-97CA-3D2458D5A27E}" srcOrd="1" destOrd="0" presId="urn:microsoft.com/office/officeart/2018/2/layout/IconLabelList"/>
    <dgm:cxn modelId="{720E9A66-FCF0-44E3-BB19-7FDFE6F59C8B}" type="presParOf" srcId="{4FB770DE-E433-41D0-9489-A38B3B11FBD6}" destId="{633069F6-08E8-4558-A3DA-073B9307BFCF}" srcOrd="2" destOrd="0" presId="urn:microsoft.com/office/officeart/2018/2/layout/IconLabelList"/>
    <dgm:cxn modelId="{7B19A984-93A4-45D8-B24B-C5241493C330}" type="presParOf" srcId="{633069F6-08E8-4558-A3DA-073B9307BFCF}" destId="{AC8F8428-44DD-48FF-929F-3C0FA7418261}" srcOrd="0" destOrd="0" presId="urn:microsoft.com/office/officeart/2018/2/layout/IconLabelList"/>
    <dgm:cxn modelId="{A38E14C1-C15F-4122-A40F-1DC845C049E1}" type="presParOf" srcId="{633069F6-08E8-4558-A3DA-073B9307BFCF}" destId="{452CBCE0-4E03-427B-A15C-3A23B844E009}" srcOrd="1" destOrd="0" presId="urn:microsoft.com/office/officeart/2018/2/layout/IconLabelList"/>
    <dgm:cxn modelId="{CED14E3A-63D1-4AE9-933E-06ADF6E0E403}" type="presParOf" srcId="{633069F6-08E8-4558-A3DA-073B9307BFCF}" destId="{F42FC55C-203F-4D46-8A04-579A7692D62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DAC333C-EDB9-4768-9B8A-1BA046928061}" type="doc">
      <dgm:prSet loTypeId="urn:microsoft.com/office/officeart/2005/8/layout/orgChart1" loCatId="hierarchy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AE77803-D31B-4557-8C7E-D0D58841AA83}">
      <dgm:prSet/>
      <dgm:spPr/>
      <dgm:t>
        <a:bodyPr/>
        <a:lstStyle/>
        <a:p>
          <a:r>
            <a:rPr lang="en-US"/>
            <a:t>Route based access</a:t>
          </a:r>
        </a:p>
      </dgm:t>
    </dgm:pt>
    <dgm:pt modelId="{5436FA2E-C9E5-4E28-8BB3-4FA69C1BC145}" type="parTrans" cxnId="{37130CCC-039B-46FE-B3BC-743A12325AD3}">
      <dgm:prSet/>
      <dgm:spPr/>
      <dgm:t>
        <a:bodyPr/>
        <a:lstStyle/>
        <a:p>
          <a:endParaRPr lang="en-US"/>
        </a:p>
      </dgm:t>
    </dgm:pt>
    <dgm:pt modelId="{8015BA55-1E3A-41E2-B193-FFAA38E186F1}" type="sibTrans" cxnId="{37130CCC-039B-46FE-B3BC-743A12325AD3}">
      <dgm:prSet/>
      <dgm:spPr/>
      <dgm:t>
        <a:bodyPr/>
        <a:lstStyle/>
        <a:p>
          <a:endParaRPr lang="en-US"/>
        </a:p>
      </dgm:t>
    </dgm:pt>
    <dgm:pt modelId="{2BD5EDD9-4E99-4C55-9A7A-D2BAE79022F8}">
      <dgm:prSet/>
      <dgm:spPr/>
      <dgm:t>
        <a:bodyPr/>
        <a:lstStyle/>
        <a:p>
          <a:r>
            <a:rPr lang="en-US"/>
            <a:t>Edge / Passthrough / Re-encrypt</a:t>
          </a:r>
        </a:p>
      </dgm:t>
    </dgm:pt>
    <dgm:pt modelId="{D310C3D1-847A-4D4A-9045-C2B2D9FC16F7}" type="parTrans" cxnId="{A3717BEA-07B9-48E4-A8F2-BC4F9161AED2}">
      <dgm:prSet/>
      <dgm:spPr/>
      <dgm:t>
        <a:bodyPr/>
        <a:lstStyle/>
        <a:p>
          <a:endParaRPr lang="en-US"/>
        </a:p>
      </dgm:t>
    </dgm:pt>
    <dgm:pt modelId="{76B48D2B-660E-40B9-AE18-29C85754C429}" type="sibTrans" cxnId="{A3717BEA-07B9-48E4-A8F2-BC4F9161AED2}">
      <dgm:prSet/>
      <dgm:spPr/>
      <dgm:t>
        <a:bodyPr/>
        <a:lstStyle/>
        <a:p>
          <a:endParaRPr lang="en-US"/>
        </a:p>
      </dgm:t>
    </dgm:pt>
    <dgm:pt modelId="{06A661A1-CD91-475F-85BF-D71A10831DA3}" type="pres">
      <dgm:prSet presAssocID="{ADAC333C-EDB9-4768-9B8A-1BA04692806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C574DF7-E206-452F-8C84-CE55DCFFAFA8}" type="pres">
      <dgm:prSet presAssocID="{AAE77803-D31B-4557-8C7E-D0D58841AA83}" presName="hierRoot1" presStyleCnt="0">
        <dgm:presLayoutVars>
          <dgm:hierBranch val="init"/>
        </dgm:presLayoutVars>
      </dgm:prSet>
      <dgm:spPr/>
    </dgm:pt>
    <dgm:pt modelId="{3B4A914A-877D-455F-A656-60A4B9489C6C}" type="pres">
      <dgm:prSet presAssocID="{AAE77803-D31B-4557-8C7E-D0D58841AA83}" presName="rootComposite1" presStyleCnt="0"/>
      <dgm:spPr/>
    </dgm:pt>
    <dgm:pt modelId="{94770890-95F6-44A4-B614-349EC61A9205}" type="pres">
      <dgm:prSet presAssocID="{AAE77803-D31B-4557-8C7E-D0D58841AA83}" presName="rootText1" presStyleLbl="node0" presStyleIdx="0" presStyleCnt="2">
        <dgm:presLayoutVars>
          <dgm:chPref val="3"/>
        </dgm:presLayoutVars>
      </dgm:prSet>
      <dgm:spPr/>
    </dgm:pt>
    <dgm:pt modelId="{580FBE64-3187-4B99-B167-271744E9C057}" type="pres">
      <dgm:prSet presAssocID="{AAE77803-D31B-4557-8C7E-D0D58841AA83}" presName="rootConnector1" presStyleLbl="node1" presStyleIdx="0" presStyleCnt="0"/>
      <dgm:spPr/>
    </dgm:pt>
    <dgm:pt modelId="{CC3557B1-BBEA-4DCC-9225-BF2AE2A622BD}" type="pres">
      <dgm:prSet presAssocID="{AAE77803-D31B-4557-8C7E-D0D58841AA83}" presName="hierChild2" presStyleCnt="0"/>
      <dgm:spPr/>
    </dgm:pt>
    <dgm:pt modelId="{6CF8DA89-B45B-4ADB-AD18-D5C418728621}" type="pres">
      <dgm:prSet presAssocID="{AAE77803-D31B-4557-8C7E-D0D58841AA83}" presName="hierChild3" presStyleCnt="0"/>
      <dgm:spPr/>
    </dgm:pt>
    <dgm:pt modelId="{A699A7D8-5C13-4654-AA04-8C272C10A072}" type="pres">
      <dgm:prSet presAssocID="{2BD5EDD9-4E99-4C55-9A7A-D2BAE79022F8}" presName="hierRoot1" presStyleCnt="0">
        <dgm:presLayoutVars>
          <dgm:hierBranch val="init"/>
        </dgm:presLayoutVars>
      </dgm:prSet>
      <dgm:spPr/>
    </dgm:pt>
    <dgm:pt modelId="{1BF058E4-AE91-4C26-8305-AFDC065861F9}" type="pres">
      <dgm:prSet presAssocID="{2BD5EDD9-4E99-4C55-9A7A-D2BAE79022F8}" presName="rootComposite1" presStyleCnt="0"/>
      <dgm:spPr/>
    </dgm:pt>
    <dgm:pt modelId="{4ABBDB04-0D99-46D6-A0E6-3EBA61F80615}" type="pres">
      <dgm:prSet presAssocID="{2BD5EDD9-4E99-4C55-9A7A-D2BAE79022F8}" presName="rootText1" presStyleLbl="node0" presStyleIdx="1" presStyleCnt="2">
        <dgm:presLayoutVars>
          <dgm:chPref val="3"/>
        </dgm:presLayoutVars>
      </dgm:prSet>
      <dgm:spPr/>
    </dgm:pt>
    <dgm:pt modelId="{5BE2AABA-D62B-4EAD-9E82-CB5BB5A4CEA0}" type="pres">
      <dgm:prSet presAssocID="{2BD5EDD9-4E99-4C55-9A7A-D2BAE79022F8}" presName="rootConnector1" presStyleLbl="node1" presStyleIdx="0" presStyleCnt="0"/>
      <dgm:spPr/>
    </dgm:pt>
    <dgm:pt modelId="{49108E64-3DF5-47AF-9931-BA4D2D9B5F99}" type="pres">
      <dgm:prSet presAssocID="{2BD5EDD9-4E99-4C55-9A7A-D2BAE79022F8}" presName="hierChild2" presStyleCnt="0"/>
      <dgm:spPr/>
    </dgm:pt>
    <dgm:pt modelId="{75300C68-1DA7-4FB2-BB6F-77D9A9442A38}" type="pres">
      <dgm:prSet presAssocID="{2BD5EDD9-4E99-4C55-9A7A-D2BAE79022F8}" presName="hierChild3" presStyleCnt="0"/>
      <dgm:spPr/>
    </dgm:pt>
  </dgm:ptLst>
  <dgm:cxnLst>
    <dgm:cxn modelId="{AB461451-3056-4E31-9F81-A019D442A357}" type="presOf" srcId="{AAE77803-D31B-4557-8C7E-D0D58841AA83}" destId="{580FBE64-3187-4B99-B167-271744E9C057}" srcOrd="1" destOrd="0" presId="urn:microsoft.com/office/officeart/2005/8/layout/orgChart1"/>
    <dgm:cxn modelId="{03EC3E78-99B7-45CA-9136-2278599C0F51}" type="presOf" srcId="{ADAC333C-EDB9-4768-9B8A-1BA046928061}" destId="{06A661A1-CD91-475F-85BF-D71A10831DA3}" srcOrd="0" destOrd="0" presId="urn:microsoft.com/office/officeart/2005/8/layout/orgChart1"/>
    <dgm:cxn modelId="{56478882-7AE8-4DD9-A150-DD7645CAE17C}" type="presOf" srcId="{AAE77803-D31B-4557-8C7E-D0D58841AA83}" destId="{94770890-95F6-44A4-B614-349EC61A9205}" srcOrd="0" destOrd="0" presId="urn:microsoft.com/office/officeart/2005/8/layout/orgChart1"/>
    <dgm:cxn modelId="{318E52BD-3515-49AF-9350-63A09B7BB44B}" type="presOf" srcId="{2BD5EDD9-4E99-4C55-9A7A-D2BAE79022F8}" destId="{5BE2AABA-D62B-4EAD-9E82-CB5BB5A4CEA0}" srcOrd="1" destOrd="0" presId="urn:microsoft.com/office/officeart/2005/8/layout/orgChart1"/>
    <dgm:cxn modelId="{E5789CBD-D892-4C41-B530-62FFBBFD1C54}" type="presOf" srcId="{2BD5EDD9-4E99-4C55-9A7A-D2BAE79022F8}" destId="{4ABBDB04-0D99-46D6-A0E6-3EBA61F80615}" srcOrd="0" destOrd="0" presId="urn:microsoft.com/office/officeart/2005/8/layout/orgChart1"/>
    <dgm:cxn modelId="{37130CCC-039B-46FE-B3BC-743A12325AD3}" srcId="{ADAC333C-EDB9-4768-9B8A-1BA046928061}" destId="{AAE77803-D31B-4557-8C7E-D0D58841AA83}" srcOrd="0" destOrd="0" parTransId="{5436FA2E-C9E5-4E28-8BB3-4FA69C1BC145}" sibTransId="{8015BA55-1E3A-41E2-B193-FFAA38E186F1}"/>
    <dgm:cxn modelId="{A3717BEA-07B9-48E4-A8F2-BC4F9161AED2}" srcId="{ADAC333C-EDB9-4768-9B8A-1BA046928061}" destId="{2BD5EDD9-4E99-4C55-9A7A-D2BAE79022F8}" srcOrd="1" destOrd="0" parTransId="{D310C3D1-847A-4D4A-9045-C2B2D9FC16F7}" sibTransId="{76B48D2B-660E-40B9-AE18-29C85754C429}"/>
    <dgm:cxn modelId="{8FC72E55-36F5-4114-8B20-8ADCF845AF6B}" type="presParOf" srcId="{06A661A1-CD91-475F-85BF-D71A10831DA3}" destId="{8C574DF7-E206-452F-8C84-CE55DCFFAFA8}" srcOrd="0" destOrd="0" presId="urn:microsoft.com/office/officeart/2005/8/layout/orgChart1"/>
    <dgm:cxn modelId="{92CA7633-A11A-442C-BF38-AE56334A5E2E}" type="presParOf" srcId="{8C574DF7-E206-452F-8C84-CE55DCFFAFA8}" destId="{3B4A914A-877D-455F-A656-60A4B9489C6C}" srcOrd="0" destOrd="0" presId="urn:microsoft.com/office/officeart/2005/8/layout/orgChart1"/>
    <dgm:cxn modelId="{FE567949-2A25-4B83-9E32-03CF31EBA1A2}" type="presParOf" srcId="{3B4A914A-877D-455F-A656-60A4B9489C6C}" destId="{94770890-95F6-44A4-B614-349EC61A9205}" srcOrd="0" destOrd="0" presId="urn:microsoft.com/office/officeart/2005/8/layout/orgChart1"/>
    <dgm:cxn modelId="{43CA816E-BFA5-452F-993A-365A75CA3AAA}" type="presParOf" srcId="{3B4A914A-877D-455F-A656-60A4B9489C6C}" destId="{580FBE64-3187-4B99-B167-271744E9C057}" srcOrd="1" destOrd="0" presId="urn:microsoft.com/office/officeart/2005/8/layout/orgChart1"/>
    <dgm:cxn modelId="{2A5635FC-224B-4A88-ADAC-3DB5A5457FA9}" type="presParOf" srcId="{8C574DF7-E206-452F-8C84-CE55DCFFAFA8}" destId="{CC3557B1-BBEA-4DCC-9225-BF2AE2A622BD}" srcOrd="1" destOrd="0" presId="urn:microsoft.com/office/officeart/2005/8/layout/orgChart1"/>
    <dgm:cxn modelId="{14626BCA-3C23-4569-9C1B-541E34A60B46}" type="presParOf" srcId="{8C574DF7-E206-452F-8C84-CE55DCFFAFA8}" destId="{6CF8DA89-B45B-4ADB-AD18-D5C418728621}" srcOrd="2" destOrd="0" presId="urn:microsoft.com/office/officeart/2005/8/layout/orgChart1"/>
    <dgm:cxn modelId="{2CCDACF4-03A3-4577-85AD-DB2E828ADB2B}" type="presParOf" srcId="{06A661A1-CD91-475F-85BF-D71A10831DA3}" destId="{A699A7D8-5C13-4654-AA04-8C272C10A072}" srcOrd="1" destOrd="0" presId="urn:microsoft.com/office/officeart/2005/8/layout/orgChart1"/>
    <dgm:cxn modelId="{077E3C04-BCD1-4B86-B140-5D53CF9BE16E}" type="presParOf" srcId="{A699A7D8-5C13-4654-AA04-8C272C10A072}" destId="{1BF058E4-AE91-4C26-8305-AFDC065861F9}" srcOrd="0" destOrd="0" presId="urn:microsoft.com/office/officeart/2005/8/layout/orgChart1"/>
    <dgm:cxn modelId="{254996E9-1A46-4FB3-BF00-D34FABDFD335}" type="presParOf" srcId="{1BF058E4-AE91-4C26-8305-AFDC065861F9}" destId="{4ABBDB04-0D99-46D6-A0E6-3EBA61F80615}" srcOrd="0" destOrd="0" presId="urn:microsoft.com/office/officeart/2005/8/layout/orgChart1"/>
    <dgm:cxn modelId="{252A6796-EFEE-491C-AD35-2AC4D3DC7822}" type="presParOf" srcId="{1BF058E4-AE91-4C26-8305-AFDC065861F9}" destId="{5BE2AABA-D62B-4EAD-9E82-CB5BB5A4CEA0}" srcOrd="1" destOrd="0" presId="urn:microsoft.com/office/officeart/2005/8/layout/orgChart1"/>
    <dgm:cxn modelId="{5772E7B5-D866-4986-A8D5-490DDBAEDB84}" type="presParOf" srcId="{A699A7D8-5C13-4654-AA04-8C272C10A072}" destId="{49108E64-3DF5-47AF-9931-BA4D2D9B5F99}" srcOrd="1" destOrd="0" presId="urn:microsoft.com/office/officeart/2005/8/layout/orgChart1"/>
    <dgm:cxn modelId="{C2A775B9-31AF-4CD7-BBC6-1F1277369606}" type="presParOf" srcId="{A699A7D8-5C13-4654-AA04-8C272C10A072}" destId="{75300C68-1DA7-4FB2-BB6F-77D9A9442A38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081376D-012C-4131-AA42-1FC160FD2756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F9EC238-0F65-4CFB-9DD5-BF6E15CC70C1}">
      <dgm:prSet/>
      <dgm:spPr/>
      <dgm:t>
        <a:bodyPr/>
        <a:lstStyle/>
        <a:p>
          <a:r>
            <a:rPr lang="en-US"/>
            <a:t>Create app</a:t>
          </a:r>
        </a:p>
      </dgm:t>
    </dgm:pt>
    <dgm:pt modelId="{7445428C-4F1A-4B22-8E85-07D032ED55F1}" type="parTrans" cxnId="{A493A04C-9F15-4F76-8AC0-021F8C623DD9}">
      <dgm:prSet/>
      <dgm:spPr/>
      <dgm:t>
        <a:bodyPr/>
        <a:lstStyle/>
        <a:p>
          <a:endParaRPr lang="en-US"/>
        </a:p>
      </dgm:t>
    </dgm:pt>
    <dgm:pt modelId="{35F20A82-6B55-4BEE-921D-A7F5BEA433CC}" type="sibTrans" cxnId="{A493A04C-9F15-4F76-8AC0-021F8C623DD9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7C5328B0-B180-43C3-A9C4-70976E8EF3AC}">
      <dgm:prSet/>
      <dgm:spPr/>
      <dgm:t>
        <a:bodyPr/>
        <a:lstStyle/>
        <a:p>
          <a:r>
            <a:rPr lang="en-US"/>
            <a:t>Expose route</a:t>
          </a:r>
        </a:p>
      </dgm:t>
    </dgm:pt>
    <dgm:pt modelId="{C853E41E-301A-46CF-B07E-47A1C0BBF1A2}" type="parTrans" cxnId="{3F8DEABB-AEFB-47CE-8094-5E98254AE89B}">
      <dgm:prSet/>
      <dgm:spPr/>
      <dgm:t>
        <a:bodyPr/>
        <a:lstStyle/>
        <a:p>
          <a:endParaRPr lang="en-US"/>
        </a:p>
      </dgm:t>
    </dgm:pt>
    <dgm:pt modelId="{0D96A982-4915-4AA1-94AF-4EE8DAA5175C}" type="sibTrans" cxnId="{3F8DEABB-AEFB-47CE-8094-5E98254AE89B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C35C6CA5-56D3-420F-A91E-7A5D29DE5E53}">
      <dgm:prSet/>
      <dgm:spPr/>
      <dgm:t>
        <a:bodyPr/>
        <a:lstStyle/>
        <a:p>
          <a:r>
            <a:rPr lang="en-US"/>
            <a:t>Enable TLS edge termination</a:t>
          </a:r>
        </a:p>
      </dgm:t>
    </dgm:pt>
    <dgm:pt modelId="{6DFE5DF0-47E8-4FA2-9E2E-2F6534D8A648}" type="parTrans" cxnId="{4A5DC88A-11E8-43B3-9267-B6FBE7C35A18}">
      <dgm:prSet/>
      <dgm:spPr/>
      <dgm:t>
        <a:bodyPr/>
        <a:lstStyle/>
        <a:p>
          <a:endParaRPr lang="en-US"/>
        </a:p>
      </dgm:t>
    </dgm:pt>
    <dgm:pt modelId="{942FDE1A-D64B-4329-AA11-FCA80E434B16}" type="sibTrans" cxnId="{4A5DC88A-11E8-43B3-9267-B6FBE7C35A18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3D1ACA72-C8B8-445E-8288-C600E4124A50}" type="pres">
      <dgm:prSet presAssocID="{4081376D-012C-4131-AA42-1FC160FD2756}" presName="Name0" presStyleCnt="0">
        <dgm:presLayoutVars>
          <dgm:animLvl val="lvl"/>
          <dgm:resizeHandles val="exact"/>
        </dgm:presLayoutVars>
      </dgm:prSet>
      <dgm:spPr/>
    </dgm:pt>
    <dgm:pt modelId="{E86421C5-1E7A-49D8-82D4-F6185318F1D6}" type="pres">
      <dgm:prSet presAssocID="{2F9EC238-0F65-4CFB-9DD5-BF6E15CC70C1}" presName="compositeNode" presStyleCnt="0">
        <dgm:presLayoutVars>
          <dgm:bulletEnabled val="1"/>
        </dgm:presLayoutVars>
      </dgm:prSet>
      <dgm:spPr/>
    </dgm:pt>
    <dgm:pt modelId="{57177F6C-809E-4D73-B052-803330B2133A}" type="pres">
      <dgm:prSet presAssocID="{2F9EC238-0F65-4CFB-9DD5-BF6E15CC70C1}" presName="bgRect" presStyleLbl="bgAccFollowNode1" presStyleIdx="0" presStyleCnt="3"/>
      <dgm:spPr/>
    </dgm:pt>
    <dgm:pt modelId="{B3B96E72-7A0D-4819-88FF-5B8AA0F105AC}" type="pres">
      <dgm:prSet presAssocID="{35F20A82-6B55-4BEE-921D-A7F5BEA433CC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7B02357E-A634-4028-B322-B89B05268431}" type="pres">
      <dgm:prSet presAssocID="{2F9EC238-0F65-4CFB-9DD5-BF6E15CC70C1}" presName="bottomLine" presStyleLbl="alignNode1" presStyleIdx="1" presStyleCnt="6">
        <dgm:presLayoutVars/>
      </dgm:prSet>
      <dgm:spPr/>
    </dgm:pt>
    <dgm:pt modelId="{82F43F32-E5A9-4504-8238-E6C91252A95E}" type="pres">
      <dgm:prSet presAssocID="{2F9EC238-0F65-4CFB-9DD5-BF6E15CC70C1}" presName="nodeText" presStyleLbl="bgAccFollowNode1" presStyleIdx="0" presStyleCnt="3">
        <dgm:presLayoutVars>
          <dgm:bulletEnabled val="1"/>
        </dgm:presLayoutVars>
      </dgm:prSet>
      <dgm:spPr/>
    </dgm:pt>
    <dgm:pt modelId="{CC0F692D-F5B5-4D8C-974D-2BCAC1BA39CC}" type="pres">
      <dgm:prSet presAssocID="{35F20A82-6B55-4BEE-921D-A7F5BEA433CC}" presName="sibTrans" presStyleCnt="0"/>
      <dgm:spPr/>
    </dgm:pt>
    <dgm:pt modelId="{2E421943-F1A6-465E-BAF9-8C77564B6FF8}" type="pres">
      <dgm:prSet presAssocID="{7C5328B0-B180-43C3-A9C4-70976E8EF3AC}" presName="compositeNode" presStyleCnt="0">
        <dgm:presLayoutVars>
          <dgm:bulletEnabled val="1"/>
        </dgm:presLayoutVars>
      </dgm:prSet>
      <dgm:spPr/>
    </dgm:pt>
    <dgm:pt modelId="{9F17E00F-8550-4A8A-91C3-50944E70E6F2}" type="pres">
      <dgm:prSet presAssocID="{7C5328B0-B180-43C3-A9C4-70976E8EF3AC}" presName="bgRect" presStyleLbl="bgAccFollowNode1" presStyleIdx="1" presStyleCnt="3"/>
      <dgm:spPr/>
    </dgm:pt>
    <dgm:pt modelId="{2BF85246-6238-4A3B-97D8-E11BB43F5C7C}" type="pres">
      <dgm:prSet presAssocID="{0D96A982-4915-4AA1-94AF-4EE8DAA5175C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71BFA3BD-338B-490B-8B3A-DC73055F8C9C}" type="pres">
      <dgm:prSet presAssocID="{7C5328B0-B180-43C3-A9C4-70976E8EF3AC}" presName="bottomLine" presStyleLbl="alignNode1" presStyleIdx="3" presStyleCnt="6">
        <dgm:presLayoutVars/>
      </dgm:prSet>
      <dgm:spPr/>
    </dgm:pt>
    <dgm:pt modelId="{B7A2B465-EBA9-42E6-81AF-57306C3FC9E8}" type="pres">
      <dgm:prSet presAssocID="{7C5328B0-B180-43C3-A9C4-70976E8EF3AC}" presName="nodeText" presStyleLbl="bgAccFollowNode1" presStyleIdx="1" presStyleCnt="3">
        <dgm:presLayoutVars>
          <dgm:bulletEnabled val="1"/>
        </dgm:presLayoutVars>
      </dgm:prSet>
      <dgm:spPr/>
    </dgm:pt>
    <dgm:pt modelId="{FA6B5BFC-37FB-4386-AA1E-C5961F1D3F99}" type="pres">
      <dgm:prSet presAssocID="{0D96A982-4915-4AA1-94AF-4EE8DAA5175C}" presName="sibTrans" presStyleCnt="0"/>
      <dgm:spPr/>
    </dgm:pt>
    <dgm:pt modelId="{5419BB9F-8AC4-4CCC-B868-C2391F3150BE}" type="pres">
      <dgm:prSet presAssocID="{C35C6CA5-56D3-420F-A91E-7A5D29DE5E53}" presName="compositeNode" presStyleCnt="0">
        <dgm:presLayoutVars>
          <dgm:bulletEnabled val="1"/>
        </dgm:presLayoutVars>
      </dgm:prSet>
      <dgm:spPr/>
    </dgm:pt>
    <dgm:pt modelId="{965B0E69-20DB-464B-9681-55857A7112B0}" type="pres">
      <dgm:prSet presAssocID="{C35C6CA5-56D3-420F-A91E-7A5D29DE5E53}" presName="bgRect" presStyleLbl="bgAccFollowNode1" presStyleIdx="2" presStyleCnt="3"/>
      <dgm:spPr/>
    </dgm:pt>
    <dgm:pt modelId="{80C440BF-CFE5-4835-B49F-73AD210C25CA}" type="pres">
      <dgm:prSet presAssocID="{942FDE1A-D64B-4329-AA11-FCA80E434B16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B18DE025-C05B-4766-B583-D05E3CB8A246}" type="pres">
      <dgm:prSet presAssocID="{C35C6CA5-56D3-420F-A91E-7A5D29DE5E53}" presName="bottomLine" presStyleLbl="alignNode1" presStyleIdx="5" presStyleCnt="6">
        <dgm:presLayoutVars/>
      </dgm:prSet>
      <dgm:spPr/>
    </dgm:pt>
    <dgm:pt modelId="{45E144D9-FF74-459C-868D-C08D50A6A4D5}" type="pres">
      <dgm:prSet presAssocID="{C35C6CA5-56D3-420F-A91E-7A5D29DE5E53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94A58A02-35BA-47DC-ACE6-C46542B06DE7}" type="presOf" srcId="{C35C6CA5-56D3-420F-A91E-7A5D29DE5E53}" destId="{45E144D9-FF74-459C-868D-C08D50A6A4D5}" srcOrd="1" destOrd="0" presId="urn:microsoft.com/office/officeart/2016/7/layout/BasicLinearProcessNumbered"/>
    <dgm:cxn modelId="{7A1E2621-691A-47C2-8F70-DC334F04715A}" type="presOf" srcId="{942FDE1A-D64B-4329-AA11-FCA80E434B16}" destId="{80C440BF-CFE5-4835-B49F-73AD210C25CA}" srcOrd="0" destOrd="0" presId="urn:microsoft.com/office/officeart/2016/7/layout/BasicLinearProcessNumbered"/>
    <dgm:cxn modelId="{8B5F9332-52A6-4583-B3B7-B4B2DE45CEBD}" type="presOf" srcId="{0D96A982-4915-4AA1-94AF-4EE8DAA5175C}" destId="{2BF85246-6238-4A3B-97D8-E11BB43F5C7C}" srcOrd="0" destOrd="0" presId="urn:microsoft.com/office/officeart/2016/7/layout/BasicLinearProcessNumbered"/>
    <dgm:cxn modelId="{D767AA62-4B2B-49D8-B64E-640D3A1AAC22}" type="presOf" srcId="{C35C6CA5-56D3-420F-A91E-7A5D29DE5E53}" destId="{965B0E69-20DB-464B-9681-55857A7112B0}" srcOrd="0" destOrd="0" presId="urn:microsoft.com/office/officeart/2016/7/layout/BasicLinearProcessNumbered"/>
    <dgm:cxn modelId="{8BCDB444-629B-4498-8593-FF5960AD54F8}" type="presOf" srcId="{7C5328B0-B180-43C3-A9C4-70976E8EF3AC}" destId="{9F17E00F-8550-4A8A-91C3-50944E70E6F2}" srcOrd="0" destOrd="0" presId="urn:microsoft.com/office/officeart/2016/7/layout/BasicLinearProcessNumbered"/>
    <dgm:cxn modelId="{6A784C67-FA05-46E4-B539-BD96E27819F8}" type="presOf" srcId="{7C5328B0-B180-43C3-A9C4-70976E8EF3AC}" destId="{B7A2B465-EBA9-42E6-81AF-57306C3FC9E8}" srcOrd="1" destOrd="0" presId="urn:microsoft.com/office/officeart/2016/7/layout/BasicLinearProcessNumbered"/>
    <dgm:cxn modelId="{A493A04C-9F15-4F76-8AC0-021F8C623DD9}" srcId="{4081376D-012C-4131-AA42-1FC160FD2756}" destId="{2F9EC238-0F65-4CFB-9DD5-BF6E15CC70C1}" srcOrd="0" destOrd="0" parTransId="{7445428C-4F1A-4B22-8E85-07D032ED55F1}" sibTransId="{35F20A82-6B55-4BEE-921D-A7F5BEA433CC}"/>
    <dgm:cxn modelId="{45202A79-F910-43FA-B536-A7504889ADC1}" type="presOf" srcId="{2F9EC238-0F65-4CFB-9DD5-BF6E15CC70C1}" destId="{57177F6C-809E-4D73-B052-803330B2133A}" srcOrd="0" destOrd="0" presId="urn:microsoft.com/office/officeart/2016/7/layout/BasicLinearProcessNumbered"/>
    <dgm:cxn modelId="{4A5DC88A-11E8-43B3-9267-B6FBE7C35A18}" srcId="{4081376D-012C-4131-AA42-1FC160FD2756}" destId="{C35C6CA5-56D3-420F-A91E-7A5D29DE5E53}" srcOrd="2" destOrd="0" parTransId="{6DFE5DF0-47E8-4FA2-9E2E-2F6534D8A648}" sibTransId="{942FDE1A-D64B-4329-AA11-FCA80E434B16}"/>
    <dgm:cxn modelId="{1E55F79D-7C8D-4297-8579-FE47CAD1FD2D}" type="presOf" srcId="{35F20A82-6B55-4BEE-921D-A7F5BEA433CC}" destId="{B3B96E72-7A0D-4819-88FF-5B8AA0F105AC}" srcOrd="0" destOrd="0" presId="urn:microsoft.com/office/officeart/2016/7/layout/BasicLinearProcessNumbered"/>
    <dgm:cxn modelId="{43F64DA4-CD05-4091-A728-28150BD0238D}" type="presOf" srcId="{4081376D-012C-4131-AA42-1FC160FD2756}" destId="{3D1ACA72-C8B8-445E-8288-C600E4124A50}" srcOrd="0" destOrd="0" presId="urn:microsoft.com/office/officeart/2016/7/layout/BasicLinearProcessNumbered"/>
    <dgm:cxn modelId="{C357CBAF-3C4A-4E2F-AE37-91B45CC57B0D}" type="presOf" srcId="{2F9EC238-0F65-4CFB-9DD5-BF6E15CC70C1}" destId="{82F43F32-E5A9-4504-8238-E6C91252A95E}" srcOrd="1" destOrd="0" presId="urn:microsoft.com/office/officeart/2016/7/layout/BasicLinearProcessNumbered"/>
    <dgm:cxn modelId="{3F8DEABB-AEFB-47CE-8094-5E98254AE89B}" srcId="{4081376D-012C-4131-AA42-1FC160FD2756}" destId="{7C5328B0-B180-43C3-A9C4-70976E8EF3AC}" srcOrd="1" destOrd="0" parTransId="{C853E41E-301A-46CF-B07E-47A1C0BBF1A2}" sibTransId="{0D96A982-4915-4AA1-94AF-4EE8DAA5175C}"/>
    <dgm:cxn modelId="{9BB68C3F-AC0C-44B5-B33F-932C216ECA1A}" type="presParOf" srcId="{3D1ACA72-C8B8-445E-8288-C600E4124A50}" destId="{E86421C5-1E7A-49D8-82D4-F6185318F1D6}" srcOrd="0" destOrd="0" presId="urn:microsoft.com/office/officeart/2016/7/layout/BasicLinearProcessNumbered"/>
    <dgm:cxn modelId="{385BD365-68A1-4461-BE79-C0357282BF48}" type="presParOf" srcId="{E86421C5-1E7A-49D8-82D4-F6185318F1D6}" destId="{57177F6C-809E-4D73-B052-803330B2133A}" srcOrd="0" destOrd="0" presId="urn:microsoft.com/office/officeart/2016/7/layout/BasicLinearProcessNumbered"/>
    <dgm:cxn modelId="{17D2B4BD-5A2B-4438-BC74-E23967C42F6F}" type="presParOf" srcId="{E86421C5-1E7A-49D8-82D4-F6185318F1D6}" destId="{B3B96E72-7A0D-4819-88FF-5B8AA0F105AC}" srcOrd="1" destOrd="0" presId="urn:microsoft.com/office/officeart/2016/7/layout/BasicLinearProcessNumbered"/>
    <dgm:cxn modelId="{E442E1AF-32D5-4F59-BAFE-3CAF807D94BE}" type="presParOf" srcId="{E86421C5-1E7A-49D8-82D4-F6185318F1D6}" destId="{7B02357E-A634-4028-B322-B89B05268431}" srcOrd="2" destOrd="0" presId="urn:microsoft.com/office/officeart/2016/7/layout/BasicLinearProcessNumbered"/>
    <dgm:cxn modelId="{8F28738C-5E05-4D17-9C92-AFDB52F8FBFD}" type="presParOf" srcId="{E86421C5-1E7A-49D8-82D4-F6185318F1D6}" destId="{82F43F32-E5A9-4504-8238-E6C91252A95E}" srcOrd="3" destOrd="0" presId="urn:microsoft.com/office/officeart/2016/7/layout/BasicLinearProcessNumbered"/>
    <dgm:cxn modelId="{ECAE6AC0-256C-47BB-A988-44DE15F7F6C7}" type="presParOf" srcId="{3D1ACA72-C8B8-445E-8288-C600E4124A50}" destId="{CC0F692D-F5B5-4D8C-974D-2BCAC1BA39CC}" srcOrd="1" destOrd="0" presId="urn:microsoft.com/office/officeart/2016/7/layout/BasicLinearProcessNumbered"/>
    <dgm:cxn modelId="{ED4B6593-19CD-4938-B091-B0C27DB1B6CC}" type="presParOf" srcId="{3D1ACA72-C8B8-445E-8288-C600E4124A50}" destId="{2E421943-F1A6-465E-BAF9-8C77564B6FF8}" srcOrd="2" destOrd="0" presId="urn:microsoft.com/office/officeart/2016/7/layout/BasicLinearProcessNumbered"/>
    <dgm:cxn modelId="{B3461233-B028-4C5B-BF60-997BF4E48B90}" type="presParOf" srcId="{2E421943-F1A6-465E-BAF9-8C77564B6FF8}" destId="{9F17E00F-8550-4A8A-91C3-50944E70E6F2}" srcOrd="0" destOrd="0" presId="urn:microsoft.com/office/officeart/2016/7/layout/BasicLinearProcessNumbered"/>
    <dgm:cxn modelId="{A7D78240-9B2F-402E-BE2A-DBFF00BB30F6}" type="presParOf" srcId="{2E421943-F1A6-465E-BAF9-8C77564B6FF8}" destId="{2BF85246-6238-4A3B-97D8-E11BB43F5C7C}" srcOrd="1" destOrd="0" presId="urn:microsoft.com/office/officeart/2016/7/layout/BasicLinearProcessNumbered"/>
    <dgm:cxn modelId="{2DFBB36A-2664-4E2A-B86E-367BFD6965B8}" type="presParOf" srcId="{2E421943-F1A6-465E-BAF9-8C77564B6FF8}" destId="{71BFA3BD-338B-490B-8B3A-DC73055F8C9C}" srcOrd="2" destOrd="0" presId="urn:microsoft.com/office/officeart/2016/7/layout/BasicLinearProcessNumbered"/>
    <dgm:cxn modelId="{5B4F4BE9-2026-4652-95BD-814C2C294DDD}" type="presParOf" srcId="{2E421943-F1A6-465E-BAF9-8C77564B6FF8}" destId="{B7A2B465-EBA9-42E6-81AF-57306C3FC9E8}" srcOrd="3" destOrd="0" presId="urn:microsoft.com/office/officeart/2016/7/layout/BasicLinearProcessNumbered"/>
    <dgm:cxn modelId="{E246CC7C-8BDB-4115-B79E-795797F9D955}" type="presParOf" srcId="{3D1ACA72-C8B8-445E-8288-C600E4124A50}" destId="{FA6B5BFC-37FB-4386-AA1E-C5961F1D3F99}" srcOrd="3" destOrd="0" presId="urn:microsoft.com/office/officeart/2016/7/layout/BasicLinearProcessNumbered"/>
    <dgm:cxn modelId="{F56EABEF-BF99-4536-A9E6-B87EC7A1C54B}" type="presParOf" srcId="{3D1ACA72-C8B8-445E-8288-C600E4124A50}" destId="{5419BB9F-8AC4-4CCC-B868-C2391F3150BE}" srcOrd="4" destOrd="0" presId="urn:microsoft.com/office/officeart/2016/7/layout/BasicLinearProcessNumbered"/>
    <dgm:cxn modelId="{A9C69162-0789-4EFB-83A8-F500387443A8}" type="presParOf" srcId="{5419BB9F-8AC4-4CCC-B868-C2391F3150BE}" destId="{965B0E69-20DB-464B-9681-55857A7112B0}" srcOrd="0" destOrd="0" presId="urn:microsoft.com/office/officeart/2016/7/layout/BasicLinearProcessNumbered"/>
    <dgm:cxn modelId="{018BC635-D538-4895-B441-4E12051F0EF5}" type="presParOf" srcId="{5419BB9F-8AC4-4CCC-B868-C2391F3150BE}" destId="{80C440BF-CFE5-4835-B49F-73AD210C25CA}" srcOrd="1" destOrd="0" presId="urn:microsoft.com/office/officeart/2016/7/layout/BasicLinearProcessNumbered"/>
    <dgm:cxn modelId="{E822E50B-50DE-455F-BFA3-18AF8C6BDCCA}" type="presParOf" srcId="{5419BB9F-8AC4-4CCC-B868-C2391F3150BE}" destId="{B18DE025-C05B-4766-B583-D05E3CB8A246}" srcOrd="2" destOrd="0" presId="urn:microsoft.com/office/officeart/2016/7/layout/BasicLinearProcessNumbered"/>
    <dgm:cxn modelId="{2C15B4E8-789E-4E1D-9C56-9926A066780D}" type="presParOf" srcId="{5419BB9F-8AC4-4CCC-B868-C2391F3150BE}" destId="{45E144D9-FF74-459C-868D-C08D50A6A4D5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4105A77-308B-4584-89F3-78957FF298EE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A21C668-9DCD-49AA-BD00-DBD95DF36254}">
      <dgm:prSet/>
      <dgm:spPr/>
      <dgm:t>
        <a:bodyPr/>
        <a:lstStyle/>
        <a:p>
          <a:r>
            <a:rPr lang="en-US" dirty="0"/>
            <a:t>Default allow all</a:t>
          </a:r>
        </a:p>
      </dgm:t>
    </dgm:pt>
    <dgm:pt modelId="{F4FF07C3-02E1-4133-90E6-9637B73A44DB}" type="parTrans" cxnId="{A3D69068-BC98-4770-A2F6-E41C6DCEDE8F}">
      <dgm:prSet/>
      <dgm:spPr/>
      <dgm:t>
        <a:bodyPr/>
        <a:lstStyle/>
        <a:p>
          <a:endParaRPr lang="en-US"/>
        </a:p>
      </dgm:t>
    </dgm:pt>
    <dgm:pt modelId="{E2B692F1-FCB9-4E0F-A7F2-DDE5BB7C4208}" type="sibTrans" cxnId="{A3D69068-BC98-4770-A2F6-E41C6DCEDE8F}">
      <dgm:prSet/>
      <dgm:spPr/>
      <dgm:t>
        <a:bodyPr/>
        <a:lstStyle/>
        <a:p>
          <a:endParaRPr lang="en-US"/>
        </a:p>
      </dgm:t>
    </dgm:pt>
    <dgm:pt modelId="{64E227B2-06EB-4567-A00E-92E8403BDCA4}">
      <dgm:prSet/>
      <dgm:spPr/>
      <dgm:t>
        <a:bodyPr/>
        <a:lstStyle/>
        <a:p>
          <a:r>
            <a:rPr lang="en-US"/>
            <a:t>Use policies to restrict traffic</a:t>
          </a:r>
        </a:p>
      </dgm:t>
    </dgm:pt>
    <dgm:pt modelId="{911C0852-4A48-4454-82A1-F97F7E86F022}" type="parTrans" cxnId="{2009D382-1A88-4F9C-A41A-59BFFF5CC424}">
      <dgm:prSet/>
      <dgm:spPr/>
      <dgm:t>
        <a:bodyPr/>
        <a:lstStyle/>
        <a:p>
          <a:endParaRPr lang="en-US"/>
        </a:p>
      </dgm:t>
    </dgm:pt>
    <dgm:pt modelId="{709BB521-6B09-4D9D-8875-D3CA6DC9353B}" type="sibTrans" cxnId="{2009D382-1A88-4F9C-A41A-59BFFF5CC424}">
      <dgm:prSet/>
      <dgm:spPr/>
      <dgm:t>
        <a:bodyPr/>
        <a:lstStyle/>
        <a:p>
          <a:endParaRPr lang="en-US"/>
        </a:p>
      </dgm:t>
    </dgm:pt>
    <dgm:pt modelId="{F21B0538-6A65-47AB-97CF-897223461A78}" type="pres">
      <dgm:prSet presAssocID="{F4105A77-308B-4584-89F3-78957FF298E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CC1A2A29-331D-49A6-85C1-C7C9008F1A0C}" type="pres">
      <dgm:prSet presAssocID="{CA21C668-9DCD-49AA-BD00-DBD95DF36254}" presName="hierRoot1" presStyleCnt="0">
        <dgm:presLayoutVars>
          <dgm:hierBranch val="init"/>
        </dgm:presLayoutVars>
      </dgm:prSet>
      <dgm:spPr/>
    </dgm:pt>
    <dgm:pt modelId="{A76CC411-246F-40AD-A135-04E9E921721E}" type="pres">
      <dgm:prSet presAssocID="{CA21C668-9DCD-49AA-BD00-DBD95DF36254}" presName="rootComposite1" presStyleCnt="0"/>
      <dgm:spPr/>
    </dgm:pt>
    <dgm:pt modelId="{8E489063-EB99-4240-BD22-2B4FE851474D}" type="pres">
      <dgm:prSet presAssocID="{CA21C668-9DCD-49AA-BD00-DBD95DF36254}" presName="rootText1" presStyleLbl="node0" presStyleIdx="0" presStyleCnt="2">
        <dgm:presLayoutVars>
          <dgm:chPref val="3"/>
        </dgm:presLayoutVars>
      </dgm:prSet>
      <dgm:spPr/>
    </dgm:pt>
    <dgm:pt modelId="{B65FD952-C32E-4E67-8C75-1BF81D81F8A7}" type="pres">
      <dgm:prSet presAssocID="{CA21C668-9DCD-49AA-BD00-DBD95DF36254}" presName="rootConnector1" presStyleLbl="node1" presStyleIdx="0" presStyleCnt="0"/>
      <dgm:spPr/>
    </dgm:pt>
    <dgm:pt modelId="{0964C527-DB0C-4506-B09D-BC0A2556AC42}" type="pres">
      <dgm:prSet presAssocID="{CA21C668-9DCD-49AA-BD00-DBD95DF36254}" presName="hierChild2" presStyleCnt="0"/>
      <dgm:spPr/>
    </dgm:pt>
    <dgm:pt modelId="{A208CC8E-C6C3-4666-B51E-73F552959997}" type="pres">
      <dgm:prSet presAssocID="{CA21C668-9DCD-49AA-BD00-DBD95DF36254}" presName="hierChild3" presStyleCnt="0"/>
      <dgm:spPr/>
    </dgm:pt>
    <dgm:pt modelId="{B396DA45-C28C-4034-8202-727CED1A8709}" type="pres">
      <dgm:prSet presAssocID="{64E227B2-06EB-4567-A00E-92E8403BDCA4}" presName="hierRoot1" presStyleCnt="0">
        <dgm:presLayoutVars>
          <dgm:hierBranch val="init"/>
        </dgm:presLayoutVars>
      </dgm:prSet>
      <dgm:spPr/>
    </dgm:pt>
    <dgm:pt modelId="{4BDBFF6D-4A78-4097-979B-E49FC10F5B01}" type="pres">
      <dgm:prSet presAssocID="{64E227B2-06EB-4567-A00E-92E8403BDCA4}" presName="rootComposite1" presStyleCnt="0"/>
      <dgm:spPr/>
    </dgm:pt>
    <dgm:pt modelId="{8CF3FD7E-A0F3-43B6-9AA8-26F487E1BB86}" type="pres">
      <dgm:prSet presAssocID="{64E227B2-06EB-4567-A00E-92E8403BDCA4}" presName="rootText1" presStyleLbl="node0" presStyleIdx="1" presStyleCnt="2">
        <dgm:presLayoutVars>
          <dgm:chPref val="3"/>
        </dgm:presLayoutVars>
      </dgm:prSet>
      <dgm:spPr/>
    </dgm:pt>
    <dgm:pt modelId="{B2B37275-584D-426E-A302-1A998F4A417B}" type="pres">
      <dgm:prSet presAssocID="{64E227B2-06EB-4567-A00E-92E8403BDCA4}" presName="rootConnector1" presStyleLbl="node1" presStyleIdx="0" presStyleCnt="0"/>
      <dgm:spPr/>
    </dgm:pt>
    <dgm:pt modelId="{8D4E92F5-D7F8-4CF0-9993-6503CF29ECED}" type="pres">
      <dgm:prSet presAssocID="{64E227B2-06EB-4567-A00E-92E8403BDCA4}" presName="hierChild2" presStyleCnt="0"/>
      <dgm:spPr/>
    </dgm:pt>
    <dgm:pt modelId="{94224948-7837-4F8D-A528-2DED71E12C59}" type="pres">
      <dgm:prSet presAssocID="{64E227B2-06EB-4567-A00E-92E8403BDCA4}" presName="hierChild3" presStyleCnt="0"/>
      <dgm:spPr/>
    </dgm:pt>
  </dgm:ptLst>
  <dgm:cxnLst>
    <dgm:cxn modelId="{E2D4171B-1CAB-4D29-BE0D-083370404757}" type="presOf" srcId="{CA21C668-9DCD-49AA-BD00-DBD95DF36254}" destId="{8E489063-EB99-4240-BD22-2B4FE851474D}" srcOrd="0" destOrd="0" presId="urn:microsoft.com/office/officeart/2009/3/layout/HorizontalOrganizationChart"/>
    <dgm:cxn modelId="{4368EE21-134A-40FA-A35A-5A3672AFD3F2}" type="presOf" srcId="{64E227B2-06EB-4567-A00E-92E8403BDCA4}" destId="{8CF3FD7E-A0F3-43B6-9AA8-26F487E1BB86}" srcOrd="0" destOrd="0" presId="urn:microsoft.com/office/officeart/2009/3/layout/HorizontalOrganizationChart"/>
    <dgm:cxn modelId="{A3D69068-BC98-4770-A2F6-E41C6DCEDE8F}" srcId="{F4105A77-308B-4584-89F3-78957FF298EE}" destId="{CA21C668-9DCD-49AA-BD00-DBD95DF36254}" srcOrd="0" destOrd="0" parTransId="{F4FF07C3-02E1-4133-90E6-9637B73A44DB}" sibTransId="{E2B692F1-FCB9-4E0F-A7F2-DDE5BB7C4208}"/>
    <dgm:cxn modelId="{B36D1669-78FF-458E-9AEB-93B327BBBC11}" type="presOf" srcId="{CA21C668-9DCD-49AA-BD00-DBD95DF36254}" destId="{B65FD952-C32E-4E67-8C75-1BF81D81F8A7}" srcOrd="1" destOrd="0" presId="urn:microsoft.com/office/officeart/2009/3/layout/HorizontalOrganizationChart"/>
    <dgm:cxn modelId="{2009D382-1A88-4F9C-A41A-59BFFF5CC424}" srcId="{F4105A77-308B-4584-89F3-78957FF298EE}" destId="{64E227B2-06EB-4567-A00E-92E8403BDCA4}" srcOrd="1" destOrd="0" parTransId="{911C0852-4A48-4454-82A1-F97F7E86F022}" sibTransId="{709BB521-6B09-4D9D-8875-D3CA6DC9353B}"/>
    <dgm:cxn modelId="{9393B0A7-3E50-45E9-937F-6BAB8A265135}" type="presOf" srcId="{F4105A77-308B-4584-89F3-78957FF298EE}" destId="{F21B0538-6A65-47AB-97CF-897223461A78}" srcOrd="0" destOrd="0" presId="urn:microsoft.com/office/officeart/2009/3/layout/HorizontalOrganizationChart"/>
    <dgm:cxn modelId="{3652E6C3-C7D6-4E38-B4DC-1BF56619A273}" type="presOf" srcId="{64E227B2-06EB-4567-A00E-92E8403BDCA4}" destId="{B2B37275-584D-426E-A302-1A998F4A417B}" srcOrd="1" destOrd="0" presId="urn:microsoft.com/office/officeart/2009/3/layout/HorizontalOrganizationChart"/>
    <dgm:cxn modelId="{6D791EED-B212-4208-B4C4-AD4B23AC498D}" type="presParOf" srcId="{F21B0538-6A65-47AB-97CF-897223461A78}" destId="{CC1A2A29-331D-49A6-85C1-C7C9008F1A0C}" srcOrd="0" destOrd="0" presId="urn:microsoft.com/office/officeart/2009/3/layout/HorizontalOrganizationChart"/>
    <dgm:cxn modelId="{DEA43F4A-2256-43E1-828A-1568A162E676}" type="presParOf" srcId="{CC1A2A29-331D-49A6-85C1-C7C9008F1A0C}" destId="{A76CC411-246F-40AD-A135-04E9E921721E}" srcOrd="0" destOrd="0" presId="urn:microsoft.com/office/officeart/2009/3/layout/HorizontalOrganizationChart"/>
    <dgm:cxn modelId="{516B8061-0034-4729-BE81-02F3C46BC320}" type="presParOf" srcId="{A76CC411-246F-40AD-A135-04E9E921721E}" destId="{8E489063-EB99-4240-BD22-2B4FE851474D}" srcOrd="0" destOrd="0" presId="urn:microsoft.com/office/officeart/2009/3/layout/HorizontalOrganizationChart"/>
    <dgm:cxn modelId="{E6D112CA-CEA3-4162-9016-BBCE280A407F}" type="presParOf" srcId="{A76CC411-246F-40AD-A135-04E9E921721E}" destId="{B65FD952-C32E-4E67-8C75-1BF81D81F8A7}" srcOrd="1" destOrd="0" presId="urn:microsoft.com/office/officeart/2009/3/layout/HorizontalOrganizationChart"/>
    <dgm:cxn modelId="{DA76D662-E3D6-4EB1-8157-DA2A02D5EAAB}" type="presParOf" srcId="{CC1A2A29-331D-49A6-85C1-C7C9008F1A0C}" destId="{0964C527-DB0C-4506-B09D-BC0A2556AC42}" srcOrd="1" destOrd="0" presId="urn:microsoft.com/office/officeart/2009/3/layout/HorizontalOrganizationChart"/>
    <dgm:cxn modelId="{DAC6D9BA-4501-4952-BA26-6F682044DE3B}" type="presParOf" srcId="{CC1A2A29-331D-49A6-85C1-C7C9008F1A0C}" destId="{A208CC8E-C6C3-4666-B51E-73F552959997}" srcOrd="2" destOrd="0" presId="urn:microsoft.com/office/officeart/2009/3/layout/HorizontalOrganizationChart"/>
    <dgm:cxn modelId="{0C17F2E9-D980-46E5-9638-E6016A486006}" type="presParOf" srcId="{F21B0538-6A65-47AB-97CF-897223461A78}" destId="{B396DA45-C28C-4034-8202-727CED1A8709}" srcOrd="1" destOrd="0" presId="urn:microsoft.com/office/officeart/2009/3/layout/HorizontalOrganizationChart"/>
    <dgm:cxn modelId="{2A667369-DF46-4AB6-99BB-B352C89A90B6}" type="presParOf" srcId="{B396DA45-C28C-4034-8202-727CED1A8709}" destId="{4BDBFF6D-4A78-4097-979B-E49FC10F5B01}" srcOrd="0" destOrd="0" presId="urn:microsoft.com/office/officeart/2009/3/layout/HorizontalOrganizationChart"/>
    <dgm:cxn modelId="{22C934D4-7864-463E-9FA1-C70FA8F6F919}" type="presParOf" srcId="{4BDBFF6D-4A78-4097-979B-E49FC10F5B01}" destId="{8CF3FD7E-A0F3-43B6-9AA8-26F487E1BB86}" srcOrd="0" destOrd="0" presId="urn:microsoft.com/office/officeart/2009/3/layout/HorizontalOrganizationChart"/>
    <dgm:cxn modelId="{C3C3394A-FA4F-4508-AE9A-F053E6F5A047}" type="presParOf" srcId="{4BDBFF6D-4A78-4097-979B-E49FC10F5B01}" destId="{B2B37275-584D-426E-A302-1A998F4A417B}" srcOrd="1" destOrd="0" presId="urn:microsoft.com/office/officeart/2009/3/layout/HorizontalOrganizationChart"/>
    <dgm:cxn modelId="{50F73A79-F9F1-4FC8-8A8B-7AE28135CCF3}" type="presParOf" srcId="{B396DA45-C28C-4034-8202-727CED1A8709}" destId="{8D4E92F5-D7F8-4CF0-9993-6503CF29ECED}" srcOrd="1" destOrd="0" presId="urn:microsoft.com/office/officeart/2009/3/layout/HorizontalOrganizationChart"/>
    <dgm:cxn modelId="{80E21A70-2CCB-4762-AEDC-D4D62BF9108F}" type="presParOf" srcId="{B396DA45-C28C-4034-8202-727CED1A8709}" destId="{94224948-7837-4F8D-A528-2DED71E12C59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3168D1F-E01E-447F-9ED9-49A97540A970}" type="doc">
      <dgm:prSet loTypeId="urn:microsoft.com/office/officeart/2005/8/layout/hierarchy3" loCatId="hierarchy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0037DFE-98E8-401F-B11A-661696F756E5}">
      <dgm:prSet/>
      <dgm:spPr/>
      <dgm:t>
        <a:bodyPr/>
        <a:lstStyle/>
        <a:p>
          <a:r>
            <a:rPr lang="en-US"/>
            <a:t>Routes only support HTTP/HTTPS</a:t>
          </a:r>
        </a:p>
      </dgm:t>
    </dgm:pt>
    <dgm:pt modelId="{702FC79E-3BFF-479F-93F4-87BD14055429}" type="parTrans" cxnId="{AB544AEC-5714-44C7-9557-0BF58D0BCF66}">
      <dgm:prSet/>
      <dgm:spPr/>
      <dgm:t>
        <a:bodyPr/>
        <a:lstStyle/>
        <a:p>
          <a:endParaRPr lang="en-US"/>
        </a:p>
      </dgm:t>
    </dgm:pt>
    <dgm:pt modelId="{393046E7-B309-4BE1-AD2B-CDA4EC81A77D}" type="sibTrans" cxnId="{AB544AEC-5714-44C7-9557-0BF58D0BCF66}">
      <dgm:prSet/>
      <dgm:spPr/>
      <dgm:t>
        <a:bodyPr/>
        <a:lstStyle/>
        <a:p>
          <a:endParaRPr lang="en-US"/>
        </a:p>
      </dgm:t>
    </dgm:pt>
    <dgm:pt modelId="{EAEB8E3E-93CE-419B-B162-5833F60A9C24}">
      <dgm:prSet/>
      <dgm:spPr/>
      <dgm:t>
        <a:bodyPr/>
        <a:lstStyle/>
        <a:p>
          <a:r>
            <a:rPr lang="en-US"/>
            <a:t>Need LB or NodePort</a:t>
          </a:r>
        </a:p>
      </dgm:t>
    </dgm:pt>
    <dgm:pt modelId="{E9095AD0-6F2F-4CAA-A99A-E07CEAFF28D6}" type="parTrans" cxnId="{78C3C8AB-D27E-43E5-962E-B2766C8A22B8}">
      <dgm:prSet/>
      <dgm:spPr/>
      <dgm:t>
        <a:bodyPr/>
        <a:lstStyle/>
        <a:p>
          <a:endParaRPr lang="en-US"/>
        </a:p>
      </dgm:t>
    </dgm:pt>
    <dgm:pt modelId="{DE225B5B-2AD3-4D0C-B15F-BE49877F4079}" type="sibTrans" cxnId="{78C3C8AB-D27E-43E5-962E-B2766C8A22B8}">
      <dgm:prSet/>
      <dgm:spPr/>
      <dgm:t>
        <a:bodyPr/>
        <a:lstStyle/>
        <a:p>
          <a:endParaRPr lang="en-US"/>
        </a:p>
      </dgm:t>
    </dgm:pt>
    <dgm:pt modelId="{D8D05F0E-37D5-4249-8FCD-39B7C63B543C}" type="pres">
      <dgm:prSet presAssocID="{93168D1F-E01E-447F-9ED9-49A97540A970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DA60AA5-705D-4997-BE65-7CC50199A1B2}" type="pres">
      <dgm:prSet presAssocID="{40037DFE-98E8-401F-B11A-661696F756E5}" presName="root" presStyleCnt="0"/>
      <dgm:spPr/>
    </dgm:pt>
    <dgm:pt modelId="{783670AF-4F2E-4D3B-98C8-5F69FC37E8EE}" type="pres">
      <dgm:prSet presAssocID="{40037DFE-98E8-401F-B11A-661696F756E5}" presName="rootComposite" presStyleCnt="0"/>
      <dgm:spPr/>
    </dgm:pt>
    <dgm:pt modelId="{2D5C775E-D25C-466E-A3B1-B30472685C04}" type="pres">
      <dgm:prSet presAssocID="{40037DFE-98E8-401F-B11A-661696F756E5}" presName="rootText" presStyleLbl="node1" presStyleIdx="0" presStyleCnt="2"/>
      <dgm:spPr/>
    </dgm:pt>
    <dgm:pt modelId="{9154996B-FD44-46FC-878E-A6C150C1CDC6}" type="pres">
      <dgm:prSet presAssocID="{40037DFE-98E8-401F-B11A-661696F756E5}" presName="rootConnector" presStyleLbl="node1" presStyleIdx="0" presStyleCnt="2"/>
      <dgm:spPr/>
    </dgm:pt>
    <dgm:pt modelId="{CFD15055-F8E7-4204-9DF8-DF5520F2EB05}" type="pres">
      <dgm:prSet presAssocID="{40037DFE-98E8-401F-B11A-661696F756E5}" presName="childShape" presStyleCnt="0"/>
      <dgm:spPr/>
    </dgm:pt>
    <dgm:pt modelId="{87A1B20F-2C38-4DCC-9B73-9DB97DECDF93}" type="pres">
      <dgm:prSet presAssocID="{EAEB8E3E-93CE-419B-B162-5833F60A9C24}" presName="root" presStyleCnt="0"/>
      <dgm:spPr/>
    </dgm:pt>
    <dgm:pt modelId="{D53F4F81-62AB-40A3-9D7A-4B68A9C39E59}" type="pres">
      <dgm:prSet presAssocID="{EAEB8E3E-93CE-419B-B162-5833F60A9C24}" presName="rootComposite" presStyleCnt="0"/>
      <dgm:spPr/>
    </dgm:pt>
    <dgm:pt modelId="{6B31B1F4-4887-4951-9E2E-55B03059C212}" type="pres">
      <dgm:prSet presAssocID="{EAEB8E3E-93CE-419B-B162-5833F60A9C24}" presName="rootText" presStyleLbl="node1" presStyleIdx="1" presStyleCnt="2"/>
      <dgm:spPr/>
    </dgm:pt>
    <dgm:pt modelId="{F338500C-B59D-4CEC-89EC-4D6704D64ABA}" type="pres">
      <dgm:prSet presAssocID="{EAEB8E3E-93CE-419B-B162-5833F60A9C24}" presName="rootConnector" presStyleLbl="node1" presStyleIdx="1" presStyleCnt="2"/>
      <dgm:spPr/>
    </dgm:pt>
    <dgm:pt modelId="{65AE4D2B-5012-427A-AD72-770AFAFB783B}" type="pres">
      <dgm:prSet presAssocID="{EAEB8E3E-93CE-419B-B162-5833F60A9C24}" presName="childShape" presStyleCnt="0"/>
      <dgm:spPr/>
    </dgm:pt>
  </dgm:ptLst>
  <dgm:cxnLst>
    <dgm:cxn modelId="{D770CF4F-1B89-4E12-98D6-1BBFC11218F5}" type="presOf" srcId="{40037DFE-98E8-401F-B11A-661696F756E5}" destId="{9154996B-FD44-46FC-878E-A6C150C1CDC6}" srcOrd="1" destOrd="0" presId="urn:microsoft.com/office/officeart/2005/8/layout/hierarchy3"/>
    <dgm:cxn modelId="{D448038F-416F-4C87-8423-3FFD1958B14F}" type="presOf" srcId="{EAEB8E3E-93CE-419B-B162-5833F60A9C24}" destId="{F338500C-B59D-4CEC-89EC-4D6704D64ABA}" srcOrd="1" destOrd="0" presId="urn:microsoft.com/office/officeart/2005/8/layout/hierarchy3"/>
    <dgm:cxn modelId="{78C3C8AB-D27E-43E5-962E-B2766C8A22B8}" srcId="{93168D1F-E01E-447F-9ED9-49A97540A970}" destId="{EAEB8E3E-93CE-419B-B162-5833F60A9C24}" srcOrd="1" destOrd="0" parTransId="{E9095AD0-6F2F-4CAA-A99A-E07CEAFF28D6}" sibTransId="{DE225B5B-2AD3-4D0C-B15F-BE49877F4079}"/>
    <dgm:cxn modelId="{AF3CC3BE-CF49-4689-8D92-24372C6B7052}" type="presOf" srcId="{EAEB8E3E-93CE-419B-B162-5833F60A9C24}" destId="{6B31B1F4-4887-4951-9E2E-55B03059C212}" srcOrd="0" destOrd="0" presId="urn:microsoft.com/office/officeart/2005/8/layout/hierarchy3"/>
    <dgm:cxn modelId="{235474C3-B410-4909-BAAF-A6A8715654AC}" type="presOf" srcId="{40037DFE-98E8-401F-B11A-661696F756E5}" destId="{2D5C775E-D25C-466E-A3B1-B30472685C04}" srcOrd="0" destOrd="0" presId="urn:microsoft.com/office/officeart/2005/8/layout/hierarchy3"/>
    <dgm:cxn modelId="{00DE05C9-2E96-4572-8618-AFF4DF7471B7}" type="presOf" srcId="{93168D1F-E01E-447F-9ED9-49A97540A970}" destId="{D8D05F0E-37D5-4249-8FCD-39B7C63B543C}" srcOrd="0" destOrd="0" presId="urn:microsoft.com/office/officeart/2005/8/layout/hierarchy3"/>
    <dgm:cxn modelId="{AB544AEC-5714-44C7-9557-0BF58D0BCF66}" srcId="{93168D1F-E01E-447F-9ED9-49A97540A970}" destId="{40037DFE-98E8-401F-B11A-661696F756E5}" srcOrd="0" destOrd="0" parTransId="{702FC79E-3BFF-479F-93F4-87BD14055429}" sibTransId="{393046E7-B309-4BE1-AD2B-CDA4EC81A77D}"/>
    <dgm:cxn modelId="{4D7E723F-8A2E-420A-B8AC-8409CA32CA56}" type="presParOf" srcId="{D8D05F0E-37D5-4249-8FCD-39B7C63B543C}" destId="{8DA60AA5-705D-4997-BE65-7CC50199A1B2}" srcOrd="0" destOrd="0" presId="urn:microsoft.com/office/officeart/2005/8/layout/hierarchy3"/>
    <dgm:cxn modelId="{0482FAF1-00C7-4016-927E-53ECDAD8804F}" type="presParOf" srcId="{8DA60AA5-705D-4997-BE65-7CC50199A1B2}" destId="{783670AF-4F2E-4D3B-98C8-5F69FC37E8EE}" srcOrd="0" destOrd="0" presId="urn:microsoft.com/office/officeart/2005/8/layout/hierarchy3"/>
    <dgm:cxn modelId="{EF0DE95F-5727-4EA3-A61C-D7225CCDA06C}" type="presParOf" srcId="{783670AF-4F2E-4D3B-98C8-5F69FC37E8EE}" destId="{2D5C775E-D25C-466E-A3B1-B30472685C04}" srcOrd="0" destOrd="0" presId="urn:microsoft.com/office/officeart/2005/8/layout/hierarchy3"/>
    <dgm:cxn modelId="{5BAF5B98-A726-46E9-8EDC-412359A9EF50}" type="presParOf" srcId="{783670AF-4F2E-4D3B-98C8-5F69FC37E8EE}" destId="{9154996B-FD44-46FC-878E-A6C150C1CDC6}" srcOrd="1" destOrd="0" presId="urn:microsoft.com/office/officeart/2005/8/layout/hierarchy3"/>
    <dgm:cxn modelId="{2A2BB945-50FC-4B5B-AC2D-6334FBB0B720}" type="presParOf" srcId="{8DA60AA5-705D-4997-BE65-7CC50199A1B2}" destId="{CFD15055-F8E7-4204-9DF8-DF5520F2EB05}" srcOrd="1" destOrd="0" presId="urn:microsoft.com/office/officeart/2005/8/layout/hierarchy3"/>
    <dgm:cxn modelId="{8E2AE61B-DF77-4622-8DDD-6809D580CD0B}" type="presParOf" srcId="{D8D05F0E-37D5-4249-8FCD-39B7C63B543C}" destId="{87A1B20F-2C38-4DCC-9B73-9DB97DECDF93}" srcOrd="1" destOrd="0" presId="urn:microsoft.com/office/officeart/2005/8/layout/hierarchy3"/>
    <dgm:cxn modelId="{B9FD275A-5153-4DCE-A116-CBD61E7DD75A}" type="presParOf" srcId="{87A1B20F-2C38-4DCC-9B73-9DB97DECDF93}" destId="{D53F4F81-62AB-40A3-9D7A-4B68A9C39E59}" srcOrd="0" destOrd="0" presId="urn:microsoft.com/office/officeart/2005/8/layout/hierarchy3"/>
    <dgm:cxn modelId="{4521C6E0-2728-4009-BB59-CDAECDB61E25}" type="presParOf" srcId="{D53F4F81-62AB-40A3-9D7A-4B68A9C39E59}" destId="{6B31B1F4-4887-4951-9E2E-55B03059C212}" srcOrd="0" destOrd="0" presId="urn:microsoft.com/office/officeart/2005/8/layout/hierarchy3"/>
    <dgm:cxn modelId="{F32FDD48-6EC2-4B2D-A17D-F85BC5789D01}" type="presParOf" srcId="{D53F4F81-62AB-40A3-9D7A-4B68A9C39E59}" destId="{F338500C-B59D-4CEC-89EC-4D6704D64ABA}" srcOrd="1" destOrd="0" presId="urn:microsoft.com/office/officeart/2005/8/layout/hierarchy3"/>
    <dgm:cxn modelId="{1A11E0C9-FF97-4AA7-B950-4FAA252615D1}" type="presParOf" srcId="{87A1B20F-2C38-4DCC-9B73-9DB97DECDF93}" destId="{65AE4D2B-5012-427A-AD72-770AFAFB783B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72750C6-4A8D-4A1B-97F5-5BDE28F50D2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B96D4A3-D33C-44C9-A792-B92177B7CFD3}">
      <dgm:prSet/>
      <dgm:spPr/>
      <dgm:t>
        <a:bodyPr/>
        <a:lstStyle/>
        <a:p>
          <a:pPr>
            <a:defRPr cap="all"/>
          </a:pPr>
          <a:r>
            <a:rPr lang="en-US"/>
            <a:t>Expose TCP apps externally</a:t>
          </a:r>
        </a:p>
      </dgm:t>
    </dgm:pt>
    <dgm:pt modelId="{7B4C454D-548C-441B-950A-ECB9B7DC024B}" type="parTrans" cxnId="{5E25BCE1-D011-4E51-9222-57B2568A1CD7}">
      <dgm:prSet/>
      <dgm:spPr/>
      <dgm:t>
        <a:bodyPr/>
        <a:lstStyle/>
        <a:p>
          <a:endParaRPr lang="en-US"/>
        </a:p>
      </dgm:t>
    </dgm:pt>
    <dgm:pt modelId="{78841349-C78D-4521-BA11-ECDD83CBAA68}" type="sibTrans" cxnId="{5E25BCE1-D011-4E51-9222-57B2568A1CD7}">
      <dgm:prSet/>
      <dgm:spPr/>
      <dgm:t>
        <a:bodyPr/>
        <a:lstStyle/>
        <a:p>
          <a:endParaRPr lang="en-US"/>
        </a:p>
      </dgm:t>
    </dgm:pt>
    <dgm:pt modelId="{2EDFCF1D-6DCB-42AC-8802-A2F4BEFB8E13}">
      <dgm:prSet/>
      <dgm:spPr/>
      <dgm:t>
        <a:bodyPr/>
        <a:lstStyle/>
        <a:p>
          <a:pPr>
            <a:defRPr cap="all"/>
          </a:pPr>
          <a:r>
            <a:rPr lang="en-US"/>
            <a:t>Cloud-based IP</a:t>
          </a:r>
        </a:p>
      </dgm:t>
    </dgm:pt>
    <dgm:pt modelId="{618CDD37-D32D-44BC-8135-CB9A94AD5208}" type="parTrans" cxnId="{E512B6BC-4548-472D-A9FE-7A4F2FE2D94D}">
      <dgm:prSet/>
      <dgm:spPr/>
      <dgm:t>
        <a:bodyPr/>
        <a:lstStyle/>
        <a:p>
          <a:endParaRPr lang="en-US"/>
        </a:p>
      </dgm:t>
    </dgm:pt>
    <dgm:pt modelId="{BA1DCFA4-0474-46DD-83A1-E8CBF4DE89B2}" type="sibTrans" cxnId="{E512B6BC-4548-472D-A9FE-7A4F2FE2D94D}">
      <dgm:prSet/>
      <dgm:spPr/>
      <dgm:t>
        <a:bodyPr/>
        <a:lstStyle/>
        <a:p>
          <a:endParaRPr lang="en-US"/>
        </a:p>
      </dgm:t>
    </dgm:pt>
    <dgm:pt modelId="{09CC860D-FE99-48B5-BC09-260B1218E008}" type="pres">
      <dgm:prSet presAssocID="{972750C6-4A8D-4A1B-97F5-5BDE28F50D25}" presName="root" presStyleCnt="0">
        <dgm:presLayoutVars>
          <dgm:dir/>
          <dgm:resizeHandles val="exact"/>
        </dgm:presLayoutVars>
      </dgm:prSet>
      <dgm:spPr/>
    </dgm:pt>
    <dgm:pt modelId="{0E027F3F-4B56-42C6-9366-B77D106E99B3}" type="pres">
      <dgm:prSet presAssocID="{5B96D4A3-D33C-44C9-A792-B92177B7CFD3}" presName="compNode" presStyleCnt="0"/>
      <dgm:spPr/>
    </dgm:pt>
    <dgm:pt modelId="{2DB7C2AB-B127-47D5-8E0C-7FDAD0FC1D8D}" type="pres">
      <dgm:prSet presAssocID="{5B96D4A3-D33C-44C9-A792-B92177B7CFD3}" presName="iconBgRect" presStyleLbl="bgShp" presStyleIdx="0" presStyleCnt="2"/>
      <dgm:spPr/>
    </dgm:pt>
    <dgm:pt modelId="{C45FBED2-55D8-4A9B-B93A-F2A54917253B}" type="pres">
      <dgm:prSet presAssocID="{5B96D4A3-D33C-44C9-A792-B92177B7CFD3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28F0E63-E340-42CD-9A16-408847F2A97E}" type="pres">
      <dgm:prSet presAssocID="{5B96D4A3-D33C-44C9-A792-B92177B7CFD3}" presName="spaceRect" presStyleCnt="0"/>
      <dgm:spPr/>
    </dgm:pt>
    <dgm:pt modelId="{12999D3C-7A5E-4018-B6DB-BEB67EBDB2AD}" type="pres">
      <dgm:prSet presAssocID="{5B96D4A3-D33C-44C9-A792-B92177B7CFD3}" presName="textRect" presStyleLbl="revTx" presStyleIdx="0" presStyleCnt="2">
        <dgm:presLayoutVars>
          <dgm:chMax val="1"/>
          <dgm:chPref val="1"/>
        </dgm:presLayoutVars>
      </dgm:prSet>
      <dgm:spPr/>
    </dgm:pt>
    <dgm:pt modelId="{88CFC86C-C95E-4582-975F-4D8216C4144D}" type="pres">
      <dgm:prSet presAssocID="{78841349-C78D-4521-BA11-ECDD83CBAA68}" presName="sibTrans" presStyleCnt="0"/>
      <dgm:spPr/>
    </dgm:pt>
    <dgm:pt modelId="{6148FD3E-7850-4D2B-B196-992541A74523}" type="pres">
      <dgm:prSet presAssocID="{2EDFCF1D-6DCB-42AC-8802-A2F4BEFB8E13}" presName="compNode" presStyleCnt="0"/>
      <dgm:spPr/>
    </dgm:pt>
    <dgm:pt modelId="{EC80C913-C761-4184-B5FE-B3CF372C051E}" type="pres">
      <dgm:prSet presAssocID="{2EDFCF1D-6DCB-42AC-8802-A2F4BEFB8E13}" presName="iconBgRect" presStyleLbl="bgShp" presStyleIdx="1" presStyleCnt="2"/>
      <dgm:spPr/>
    </dgm:pt>
    <dgm:pt modelId="{997766DD-8886-45BB-956A-F490B73D0356}" type="pres">
      <dgm:prSet presAssocID="{2EDFCF1D-6DCB-42AC-8802-A2F4BEFB8E13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ADF75E7A-C0C1-4963-86C0-4BF3152D299D}" type="pres">
      <dgm:prSet presAssocID="{2EDFCF1D-6DCB-42AC-8802-A2F4BEFB8E13}" presName="spaceRect" presStyleCnt="0"/>
      <dgm:spPr/>
    </dgm:pt>
    <dgm:pt modelId="{09349606-5B7C-4293-AA8A-8EBE287721A3}" type="pres">
      <dgm:prSet presAssocID="{2EDFCF1D-6DCB-42AC-8802-A2F4BEFB8E13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FBA4F701-5A05-4375-8B10-D1B2FDC954FD}" type="presOf" srcId="{972750C6-4A8D-4A1B-97F5-5BDE28F50D25}" destId="{09CC860D-FE99-48B5-BC09-260B1218E008}" srcOrd="0" destOrd="0" presId="urn:microsoft.com/office/officeart/2018/5/layout/IconCircleLabelList"/>
    <dgm:cxn modelId="{271AF95F-870F-42AC-AB0E-174C063DEBE6}" type="presOf" srcId="{2EDFCF1D-6DCB-42AC-8802-A2F4BEFB8E13}" destId="{09349606-5B7C-4293-AA8A-8EBE287721A3}" srcOrd="0" destOrd="0" presId="urn:microsoft.com/office/officeart/2018/5/layout/IconCircleLabelList"/>
    <dgm:cxn modelId="{46A0FFA2-3095-4589-A16B-327F54119D56}" type="presOf" srcId="{5B96D4A3-D33C-44C9-A792-B92177B7CFD3}" destId="{12999D3C-7A5E-4018-B6DB-BEB67EBDB2AD}" srcOrd="0" destOrd="0" presId="urn:microsoft.com/office/officeart/2018/5/layout/IconCircleLabelList"/>
    <dgm:cxn modelId="{E512B6BC-4548-472D-A9FE-7A4F2FE2D94D}" srcId="{972750C6-4A8D-4A1B-97F5-5BDE28F50D25}" destId="{2EDFCF1D-6DCB-42AC-8802-A2F4BEFB8E13}" srcOrd="1" destOrd="0" parTransId="{618CDD37-D32D-44BC-8135-CB9A94AD5208}" sibTransId="{BA1DCFA4-0474-46DD-83A1-E8CBF4DE89B2}"/>
    <dgm:cxn modelId="{5E25BCE1-D011-4E51-9222-57B2568A1CD7}" srcId="{972750C6-4A8D-4A1B-97F5-5BDE28F50D25}" destId="{5B96D4A3-D33C-44C9-A792-B92177B7CFD3}" srcOrd="0" destOrd="0" parTransId="{7B4C454D-548C-441B-950A-ECB9B7DC024B}" sibTransId="{78841349-C78D-4521-BA11-ECDD83CBAA68}"/>
    <dgm:cxn modelId="{87461D9F-DD45-414A-AC42-326FC5045AB7}" type="presParOf" srcId="{09CC860D-FE99-48B5-BC09-260B1218E008}" destId="{0E027F3F-4B56-42C6-9366-B77D106E99B3}" srcOrd="0" destOrd="0" presId="urn:microsoft.com/office/officeart/2018/5/layout/IconCircleLabelList"/>
    <dgm:cxn modelId="{9A91E2C4-B861-4874-B11D-4BF212002F26}" type="presParOf" srcId="{0E027F3F-4B56-42C6-9366-B77D106E99B3}" destId="{2DB7C2AB-B127-47D5-8E0C-7FDAD0FC1D8D}" srcOrd="0" destOrd="0" presId="urn:microsoft.com/office/officeart/2018/5/layout/IconCircleLabelList"/>
    <dgm:cxn modelId="{D44277D3-29DC-447B-B13F-0B8E00C22EE0}" type="presParOf" srcId="{0E027F3F-4B56-42C6-9366-B77D106E99B3}" destId="{C45FBED2-55D8-4A9B-B93A-F2A54917253B}" srcOrd="1" destOrd="0" presId="urn:microsoft.com/office/officeart/2018/5/layout/IconCircleLabelList"/>
    <dgm:cxn modelId="{CAD80F37-3F0B-4DC7-AE59-F1DC04386891}" type="presParOf" srcId="{0E027F3F-4B56-42C6-9366-B77D106E99B3}" destId="{A28F0E63-E340-42CD-9A16-408847F2A97E}" srcOrd="2" destOrd="0" presId="urn:microsoft.com/office/officeart/2018/5/layout/IconCircleLabelList"/>
    <dgm:cxn modelId="{47F92C54-8E64-48CC-8857-8BBA7C4D8546}" type="presParOf" srcId="{0E027F3F-4B56-42C6-9366-B77D106E99B3}" destId="{12999D3C-7A5E-4018-B6DB-BEB67EBDB2AD}" srcOrd="3" destOrd="0" presId="urn:microsoft.com/office/officeart/2018/5/layout/IconCircleLabelList"/>
    <dgm:cxn modelId="{FBE65A0F-B791-4461-A32A-5FD538712A4C}" type="presParOf" srcId="{09CC860D-FE99-48B5-BC09-260B1218E008}" destId="{88CFC86C-C95E-4582-975F-4D8216C4144D}" srcOrd="1" destOrd="0" presId="urn:microsoft.com/office/officeart/2018/5/layout/IconCircleLabelList"/>
    <dgm:cxn modelId="{AD7A47EE-0A9E-4737-8597-362EC8128A5E}" type="presParOf" srcId="{09CC860D-FE99-48B5-BC09-260B1218E008}" destId="{6148FD3E-7850-4D2B-B196-992541A74523}" srcOrd="2" destOrd="0" presId="urn:microsoft.com/office/officeart/2018/5/layout/IconCircleLabelList"/>
    <dgm:cxn modelId="{A5FDC916-F3F7-4086-BDBF-D485C01E5BF9}" type="presParOf" srcId="{6148FD3E-7850-4D2B-B196-992541A74523}" destId="{EC80C913-C761-4184-B5FE-B3CF372C051E}" srcOrd="0" destOrd="0" presId="urn:microsoft.com/office/officeart/2018/5/layout/IconCircleLabelList"/>
    <dgm:cxn modelId="{473B33DD-AEDE-4548-B53D-030CB6776B76}" type="presParOf" srcId="{6148FD3E-7850-4D2B-B196-992541A74523}" destId="{997766DD-8886-45BB-956A-F490B73D0356}" srcOrd="1" destOrd="0" presId="urn:microsoft.com/office/officeart/2018/5/layout/IconCircleLabelList"/>
    <dgm:cxn modelId="{8F4D99F8-F279-471B-ADF6-0CF758B77E2F}" type="presParOf" srcId="{6148FD3E-7850-4D2B-B196-992541A74523}" destId="{ADF75E7A-C0C1-4963-86C0-4BF3152D299D}" srcOrd="2" destOrd="0" presId="urn:microsoft.com/office/officeart/2018/5/layout/IconCircleLabelList"/>
    <dgm:cxn modelId="{F8529BC3-15F4-4C45-AEC6-8CE5459C73E5}" type="presParOf" srcId="{6148FD3E-7850-4D2B-B196-992541A74523}" destId="{09349606-5B7C-4293-AA8A-8EBE287721A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DB342CE-D69B-4061-A904-89AE94C1E66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E1B2141-2168-4F44-864A-5B0CB19D5868}">
      <dgm:prSet/>
      <dgm:spPr/>
      <dgm:t>
        <a:bodyPr/>
        <a:lstStyle/>
        <a:p>
          <a:pPr>
            <a:defRPr cap="all"/>
          </a:pPr>
          <a:r>
            <a:rPr lang="en-US"/>
            <a:t>Access via NodeIP:Port</a:t>
          </a:r>
        </a:p>
      </dgm:t>
    </dgm:pt>
    <dgm:pt modelId="{5BCF4AF1-A604-4C44-AB31-5E4D40C7A77A}" type="parTrans" cxnId="{0774EC85-B2BE-466C-A772-9DB7499473BB}">
      <dgm:prSet/>
      <dgm:spPr/>
      <dgm:t>
        <a:bodyPr/>
        <a:lstStyle/>
        <a:p>
          <a:endParaRPr lang="en-US"/>
        </a:p>
      </dgm:t>
    </dgm:pt>
    <dgm:pt modelId="{0AE6D255-4ABD-4487-A05E-68DD605CC183}" type="sibTrans" cxnId="{0774EC85-B2BE-466C-A772-9DB7499473BB}">
      <dgm:prSet/>
      <dgm:spPr/>
      <dgm:t>
        <a:bodyPr/>
        <a:lstStyle/>
        <a:p>
          <a:endParaRPr lang="en-US"/>
        </a:p>
      </dgm:t>
    </dgm:pt>
    <dgm:pt modelId="{CA3CD3D3-580E-4133-A5DD-BCFA97C7E4A2}">
      <dgm:prSet/>
      <dgm:spPr/>
      <dgm:t>
        <a:bodyPr/>
        <a:lstStyle/>
        <a:p>
          <a:pPr>
            <a:defRPr cap="all"/>
          </a:pPr>
          <a:r>
            <a:rPr lang="en-US"/>
            <a:t>Simple but less secure</a:t>
          </a:r>
        </a:p>
      </dgm:t>
    </dgm:pt>
    <dgm:pt modelId="{52F01682-5413-48BD-8792-3586843386ED}" type="parTrans" cxnId="{890E3356-D01C-4903-B1B3-9EDEE05E276C}">
      <dgm:prSet/>
      <dgm:spPr/>
      <dgm:t>
        <a:bodyPr/>
        <a:lstStyle/>
        <a:p>
          <a:endParaRPr lang="en-US"/>
        </a:p>
      </dgm:t>
    </dgm:pt>
    <dgm:pt modelId="{65FABFC9-31E8-4DB9-B784-9DB34877262C}" type="sibTrans" cxnId="{890E3356-D01C-4903-B1B3-9EDEE05E276C}">
      <dgm:prSet/>
      <dgm:spPr/>
      <dgm:t>
        <a:bodyPr/>
        <a:lstStyle/>
        <a:p>
          <a:endParaRPr lang="en-US"/>
        </a:p>
      </dgm:t>
    </dgm:pt>
    <dgm:pt modelId="{2ED6571F-E3E8-4FB9-8DDD-CB3AA7A4F7F8}" type="pres">
      <dgm:prSet presAssocID="{EDB342CE-D69B-4061-A904-89AE94C1E666}" presName="root" presStyleCnt="0">
        <dgm:presLayoutVars>
          <dgm:dir/>
          <dgm:resizeHandles val="exact"/>
        </dgm:presLayoutVars>
      </dgm:prSet>
      <dgm:spPr/>
    </dgm:pt>
    <dgm:pt modelId="{1874C092-FE15-4062-B39D-F72C0B4251B2}" type="pres">
      <dgm:prSet presAssocID="{EE1B2141-2168-4F44-864A-5B0CB19D5868}" presName="compNode" presStyleCnt="0"/>
      <dgm:spPr/>
    </dgm:pt>
    <dgm:pt modelId="{263FB94F-04AA-4A5D-9493-96D686759B77}" type="pres">
      <dgm:prSet presAssocID="{EE1B2141-2168-4F44-864A-5B0CB19D5868}" presName="iconBgRect" presStyleLbl="bgShp" presStyleIdx="0" presStyleCnt="2"/>
      <dgm:spPr/>
    </dgm:pt>
    <dgm:pt modelId="{FB5F2C94-2BEC-417F-AC01-A99125E4E057}" type="pres">
      <dgm:prSet presAssocID="{EE1B2141-2168-4F44-864A-5B0CB19D5868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nchor"/>
        </a:ext>
      </dgm:extLst>
    </dgm:pt>
    <dgm:pt modelId="{C0C688AB-2F03-4D5E-BC31-967AAFAA313D}" type="pres">
      <dgm:prSet presAssocID="{EE1B2141-2168-4F44-864A-5B0CB19D5868}" presName="spaceRect" presStyleCnt="0"/>
      <dgm:spPr/>
    </dgm:pt>
    <dgm:pt modelId="{5B6AFC09-826A-436C-9446-A50FDB3D921B}" type="pres">
      <dgm:prSet presAssocID="{EE1B2141-2168-4F44-864A-5B0CB19D5868}" presName="textRect" presStyleLbl="revTx" presStyleIdx="0" presStyleCnt="2">
        <dgm:presLayoutVars>
          <dgm:chMax val="1"/>
          <dgm:chPref val="1"/>
        </dgm:presLayoutVars>
      </dgm:prSet>
      <dgm:spPr/>
    </dgm:pt>
    <dgm:pt modelId="{1B74F5FA-26FE-40F1-990B-44DA29C31C4E}" type="pres">
      <dgm:prSet presAssocID="{0AE6D255-4ABD-4487-A05E-68DD605CC183}" presName="sibTrans" presStyleCnt="0"/>
      <dgm:spPr/>
    </dgm:pt>
    <dgm:pt modelId="{282A207E-EC41-46F8-AA8C-21A6FAE984C9}" type="pres">
      <dgm:prSet presAssocID="{CA3CD3D3-580E-4133-A5DD-BCFA97C7E4A2}" presName="compNode" presStyleCnt="0"/>
      <dgm:spPr/>
    </dgm:pt>
    <dgm:pt modelId="{BDC5BA8C-9447-4D1E-8DB1-B92A82B35251}" type="pres">
      <dgm:prSet presAssocID="{CA3CD3D3-580E-4133-A5DD-BCFA97C7E4A2}" presName="iconBgRect" presStyleLbl="bgShp" presStyleIdx="1" presStyleCnt="2"/>
      <dgm:spPr/>
    </dgm:pt>
    <dgm:pt modelId="{54976CAD-F9F7-4C0B-9548-E6D5B35D1AD3}" type="pres">
      <dgm:prSet presAssocID="{CA3CD3D3-580E-4133-A5DD-BCFA97C7E4A2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FA12FEC1-5C64-4384-9C61-AE16019B34E7}" type="pres">
      <dgm:prSet presAssocID="{CA3CD3D3-580E-4133-A5DD-BCFA97C7E4A2}" presName="spaceRect" presStyleCnt="0"/>
      <dgm:spPr/>
    </dgm:pt>
    <dgm:pt modelId="{B8B3F0A6-3389-4784-BECF-A3E802BD4531}" type="pres">
      <dgm:prSet presAssocID="{CA3CD3D3-580E-4133-A5DD-BCFA97C7E4A2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94931F44-1F6C-4492-A231-E486BB0E1E07}" type="presOf" srcId="{EDB342CE-D69B-4061-A904-89AE94C1E666}" destId="{2ED6571F-E3E8-4FB9-8DDD-CB3AA7A4F7F8}" srcOrd="0" destOrd="0" presId="urn:microsoft.com/office/officeart/2018/5/layout/IconCircleLabelList"/>
    <dgm:cxn modelId="{890E3356-D01C-4903-B1B3-9EDEE05E276C}" srcId="{EDB342CE-D69B-4061-A904-89AE94C1E666}" destId="{CA3CD3D3-580E-4133-A5DD-BCFA97C7E4A2}" srcOrd="1" destOrd="0" parTransId="{52F01682-5413-48BD-8792-3586843386ED}" sibTransId="{65FABFC9-31E8-4DB9-B784-9DB34877262C}"/>
    <dgm:cxn modelId="{DF45967A-8796-464D-A1E7-1DBB035FA6CF}" type="presOf" srcId="{EE1B2141-2168-4F44-864A-5B0CB19D5868}" destId="{5B6AFC09-826A-436C-9446-A50FDB3D921B}" srcOrd="0" destOrd="0" presId="urn:microsoft.com/office/officeart/2018/5/layout/IconCircleLabelList"/>
    <dgm:cxn modelId="{0774EC85-B2BE-466C-A772-9DB7499473BB}" srcId="{EDB342CE-D69B-4061-A904-89AE94C1E666}" destId="{EE1B2141-2168-4F44-864A-5B0CB19D5868}" srcOrd="0" destOrd="0" parTransId="{5BCF4AF1-A604-4C44-AB31-5E4D40C7A77A}" sibTransId="{0AE6D255-4ABD-4487-A05E-68DD605CC183}"/>
    <dgm:cxn modelId="{14D835A9-2AFF-4F11-A647-8EC86B99CF99}" type="presOf" srcId="{CA3CD3D3-580E-4133-A5DD-BCFA97C7E4A2}" destId="{B8B3F0A6-3389-4784-BECF-A3E802BD4531}" srcOrd="0" destOrd="0" presId="urn:microsoft.com/office/officeart/2018/5/layout/IconCircleLabelList"/>
    <dgm:cxn modelId="{D12AF663-7A8C-4828-9CEB-AF77933F487F}" type="presParOf" srcId="{2ED6571F-E3E8-4FB9-8DDD-CB3AA7A4F7F8}" destId="{1874C092-FE15-4062-B39D-F72C0B4251B2}" srcOrd="0" destOrd="0" presId="urn:microsoft.com/office/officeart/2018/5/layout/IconCircleLabelList"/>
    <dgm:cxn modelId="{33007F9A-F20A-448B-98A5-0F2EF994EBAC}" type="presParOf" srcId="{1874C092-FE15-4062-B39D-F72C0B4251B2}" destId="{263FB94F-04AA-4A5D-9493-96D686759B77}" srcOrd="0" destOrd="0" presId="urn:microsoft.com/office/officeart/2018/5/layout/IconCircleLabelList"/>
    <dgm:cxn modelId="{E97274A0-F267-4B62-A14B-F351D8DE2FE6}" type="presParOf" srcId="{1874C092-FE15-4062-B39D-F72C0B4251B2}" destId="{FB5F2C94-2BEC-417F-AC01-A99125E4E057}" srcOrd="1" destOrd="0" presId="urn:microsoft.com/office/officeart/2018/5/layout/IconCircleLabelList"/>
    <dgm:cxn modelId="{981BF3A0-3839-42C8-8803-DD2BBDA8B3A9}" type="presParOf" srcId="{1874C092-FE15-4062-B39D-F72C0B4251B2}" destId="{C0C688AB-2F03-4D5E-BC31-967AAFAA313D}" srcOrd="2" destOrd="0" presId="urn:microsoft.com/office/officeart/2018/5/layout/IconCircleLabelList"/>
    <dgm:cxn modelId="{9B8DF320-24EE-4D58-8541-D34C1BF1BEEF}" type="presParOf" srcId="{1874C092-FE15-4062-B39D-F72C0B4251B2}" destId="{5B6AFC09-826A-436C-9446-A50FDB3D921B}" srcOrd="3" destOrd="0" presId="urn:microsoft.com/office/officeart/2018/5/layout/IconCircleLabelList"/>
    <dgm:cxn modelId="{D80403A0-382F-4ABB-A695-DF17A6981485}" type="presParOf" srcId="{2ED6571F-E3E8-4FB9-8DDD-CB3AA7A4F7F8}" destId="{1B74F5FA-26FE-40F1-990B-44DA29C31C4E}" srcOrd="1" destOrd="0" presId="urn:microsoft.com/office/officeart/2018/5/layout/IconCircleLabelList"/>
    <dgm:cxn modelId="{5799D4F5-D0F7-40F5-A5F9-ADAFFEAB919D}" type="presParOf" srcId="{2ED6571F-E3E8-4FB9-8DDD-CB3AA7A4F7F8}" destId="{282A207E-EC41-46F8-AA8C-21A6FAE984C9}" srcOrd="2" destOrd="0" presId="urn:microsoft.com/office/officeart/2018/5/layout/IconCircleLabelList"/>
    <dgm:cxn modelId="{15DA8764-725F-4171-95A2-B4449A016C9A}" type="presParOf" srcId="{282A207E-EC41-46F8-AA8C-21A6FAE984C9}" destId="{BDC5BA8C-9447-4D1E-8DB1-B92A82B35251}" srcOrd="0" destOrd="0" presId="urn:microsoft.com/office/officeart/2018/5/layout/IconCircleLabelList"/>
    <dgm:cxn modelId="{63813663-4A35-4016-89CF-F9931058C649}" type="presParOf" srcId="{282A207E-EC41-46F8-AA8C-21A6FAE984C9}" destId="{54976CAD-F9F7-4C0B-9548-E6D5B35D1AD3}" srcOrd="1" destOrd="0" presId="urn:microsoft.com/office/officeart/2018/5/layout/IconCircleLabelList"/>
    <dgm:cxn modelId="{DBE471A8-A921-41E6-BF77-7495A4F6F1D4}" type="presParOf" srcId="{282A207E-EC41-46F8-AA8C-21A6FAE984C9}" destId="{FA12FEC1-5C64-4384-9C61-AE16019B34E7}" srcOrd="2" destOrd="0" presId="urn:microsoft.com/office/officeart/2018/5/layout/IconCircleLabelList"/>
    <dgm:cxn modelId="{1C9AA230-A4AC-4D48-8693-41242EA279CC}" type="presParOf" srcId="{282A207E-EC41-46F8-AA8C-21A6FAE984C9}" destId="{B8B3F0A6-3389-4784-BECF-A3E802BD453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3FA2CC42-62B1-44B7-A496-7B0D4561B58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B1F3B39-24A7-481E-81C2-F4EE1BC3B817}">
      <dgm:prSet/>
      <dgm:spPr/>
      <dgm:t>
        <a:bodyPr/>
        <a:lstStyle/>
        <a:p>
          <a:pPr>
            <a:defRPr cap="all"/>
          </a:pPr>
          <a:r>
            <a:rPr lang="en-US"/>
            <a:t>Multiple network interfaces</a:t>
          </a:r>
        </a:p>
      </dgm:t>
    </dgm:pt>
    <dgm:pt modelId="{7DC89A48-158B-48DF-85A6-7F8A5091650E}" type="parTrans" cxnId="{248CCFD6-C2F4-4F36-ACAB-2D7A6C2EC295}">
      <dgm:prSet/>
      <dgm:spPr/>
      <dgm:t>
        <a:bodyPr/>
        <a:lstStyle/>
        <a:p>
          <a:endParaRPr lang="en-US"/>
        </a:p>
      </dgm:t>
    </dgm:pt>
    <dgm:pt modelId="{65E1F207-2BD8-4A98-8394-B16A5496881F}" type="sibTrans" cxnId="{248CCFD6-C2F4-4F36-ACAB-2D7A6C2EC295}">
      <dgm:prSet/>
      <dgm:spPr/>
      <dgm:t>
        <a:bodyPr/>
        <a:lstStyle/>
        <a:p>
          <a:endParaRPr lang="en-US"/>
        </a:p>
      </dgm:t>
    </dgm:pt>
    <dgm:pt modelId="{BB4ACC8F-EF2E-4DCD-9F1C-6F69B8077556}">
      <dgm:prSet/>
      <dgm:spPr/>
      <dgm:t>
        <a:bodyPr/>
        <a:lstStyle/>
        <a:p>
          <a:pPr>
            <a:defRPr cap="all"/>
          </a:pPr>
          <a:r>
            <a:rPr lang="en-US"/>
            <a:t>Advanced use cases</a:t>
          </a:r>
        </a:p>
      </dgm:t>
    </dgm:pt>
    <dgm:pt modelId="{5FFB7944-632A-4829-B53C-DF886AA141B1}" type="parTrans" cxnId="{7DA10752-D40E-407C-89B2-0AD3CDD8D236}">
      <dgm:prSet/>
      <dgm:spPr/>
      <dgm:t>
        <a:bodyPr/>
        <a:lstStyle/>
        <a:p>
          <a:endParaRPr lang="en-US"/>
        </a:p>
      </dgm:t>
    </dgm:pt>
    <dgm:pt modelId="{FD3E121C-8EFB-4669-B809-75715C8FC023}" type="sibTrans" cxnId="{7DA10752-D40E-407C-89B2-0AD3CDD8D236}">
      <dgm:prSet/>
      <dgm:spPr/>
      <dgm:t>
        <a:bodyPr/>
        <a:lstStyle/>
        <a:p>
          <a:endParaRPr lang="en-US"/>
        </a:p>
      </dgm:t>
    </dgm:pt>
    <dgm:pt modelId="{635C7ED3-EEBC-430C-85AE-874BEB1E3777}" type="pres">
      <dgm:prSet presAssocID="{3FA2CC42-62B1-44B7-A496-7B0D4561B58D}" presName="root" presStyleCnt="0">
        <dgm:presLayoutVars>
          <dgm:dir/>
          <dgm:resizeHandles val="exact"/>
        </dgm:presLayoutVars>
      </dgm:prSet>
      <dgm:spPr/>
    </dgm:pt>
    <dgm:pt modelId="{224B352D-CFFC-43F7-9ED7-FABF95EF77CF}" type="pres">
      <dgm:prSet presAssocID="{AB1F3B39-24A7-481E-81C2-F4EE1BC3B817}" presName="compNode" presStyleCnt="0"/>
      <dgm:spPr/>
    </dgm:pt>
    <dgm:pt modelId="{9C2F5502-E61F-4392-8705-C668E9432428}" type="pres">
      <dgm:prSet presAssocID="{AB1F3B39-24A7-481E-81C2-F4EE1BC3B817}" presName="iconBgRect" presStyleLbl="bgShp" presStyleIdx="0" presStyleCnt="2"/>
      <dgm:spPr/>
    </dgm:pt>
    <dgm:pt modelId="{952A89D1-D4DE-48A6-A748-2476388D1F08}" type="pres">
      <dgm:prSet presAssocID="{AB1F3B39-24A7-481E-81C2-F4EE1BC3B817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3313B093-4D6D-49D9-80F4-79E978CD260C}" type="pres">
      <dgm:prSet presAssocID="{AB1F3B39-24A7-481E-81C2-F4EE1BC3B817}" presName="spaceRect" presStyleCnt="0"/>
      <dgm:spPr/>
    </dgm:pt>
    <dgm:pt modelId="{7862A368-5648-4D23-94AB-1F25E5FD3C0A}" type="pres">
      <dgm:prSet presAssocID="{AB1F3B39-24A7-481E-81C2-F4EE1BC3B817}" presName="textRect" presStyleLbl="revTx" presStyleIdx="0" presStyleCnt="2">
        <dgm:presLayoutVars>
          <dgm:chMax val="1"/>
          <dgm:chPref val="1"/>
        </dgm:presLayoutVars>
      </dgm:prSet>
      <dgm:spPr/>
    </dgm:pt>
    <dgm:pt modelId="{F2970EE9-27A7-4C84-872A-4C817D3735EC}" type="pres">
      <dgm:prSet presAssocID="{65E1F207-2BD8-4A98-8394-B16A5496881F}" presName="sibTrans" presStyleCnt="0"/>
      <dgm:spPr/>
    </dgm:pt>
    <dgm:pt modelId="{9B6B5AF4-A3AB-4463-A788-6AFA92738024}" type="pres">
      <dgm:prSet presAssocID="{BB4ACC8F-EF2E-4DCD-9F1C-6F69B8077556}" presName="compNode" presStyleCnt="0"/>
      <dgm:spPr/>
    </dgm:pt>
    <dgm:pt modelId="{B1DB349B-0C97-490D-82F8-99BBD1FD3FA2}" type="pres">
      <dgm:prSet presAssocID="{BB4ACC8F-EF2E-4DCD-9F1C-6F69B8077556}" presName="iconBgRect" presStyleLbl="bgShp" presStyleIdx="1" presStyleCnt="2"/>
      <dgm:spPr/>
    </dgm:pt>
    <dgm:pt modelId="{F46E2397-9E5A-44E5-A593-E606093BFD04}" type="pres">
      <dgm:prSet presAssocID="{BB4ACC8F-EF2E-4DCD-9F1C-6F69B8077556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C4C353CA-5575-44AB-8A04-3291E1EF91CA}" type="pres">
      <dgm:prSet presAssocID="{BB4ACC8F-EF2E-4DCD-9F1C-6F69B8077556}" presName="spaceRect" presStyleCnt="0"/>
      <dgm:spPr/>
    </dgm:pt>
    <dgm:pt modelId="{23DFDDCE-4602-41D2-A7B7-2FA83FEB6D7C}" type="pres">
      <dgm:prSet presAssocID="{BB4ACC8F-EF2E-4DCD-9F1C-6F69B8077556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75939E16-D50C-48C8-BEDD-C5405B1C4131}" type="presOf" srcId="{AB1F3B39-24A7-481E-81C2-F4EE1BC3B817}" destId="{7862A368-5648-4D23-94AB-1F25E5FD3C0A}" srcOrd="0" destOrd="0" presId="urn:microsoft.com/office/officeart/2018/5/layout/IconCircleLabelList"/>
    <dgm:cxn modelId="{B2F6EA36-CD7D-4178-8813-7B958C34BB77}" type="presOf" srcId="{BB4ACC8F-EF2E-4DCD-9F1C-6F69B8077556}" destId="{23DFDDCE-4602-41D2-A7B7-2FA83FEB6D7C}" srcOrd="0" destOrd="0" presId="urn:microsoft.com/office/officeart/2018/5/layout/IconCircleLabelList"/>
    <dgm:cxn modelId="{7DA10752-D40E-407C-89B2-0AD3CDD8D236}" srcId="{3FA2CC42-62B1-44B7-A496-7B0D4561B58D}" destId="{BB4ACC8F-EF2E-4DCD-9F1C-6F69B8077556}" srcOrd="1" destOrd="0" parTransId="{5FFB7944-632A-4829-B53C-DF886AA141B1}" sibTransId="{FD3E121C-8EFB-4669-B809-75715C8FC023}"/>
    <dgm:cxn modelId="{8F647DC0-62E7-4BEC-93A5-0FC10281F589}" type="presOf" srcId="{3FA2CC42-62B1-44B7-A496-7B0D4561B58D}" destId="{635C7ED3-EEBC-430C-85AE-874BEB1E3777}" srcOrd="0" destOrd="0" presId="urn:microsoft.com/office/officeart/2018/5/layout/IconCircleLabelList"/>
    <dgm:cxn modelId="{248CCFD6-C2F4-4F36-ACAB-2D7A6C2EC295}" srcId="{3FA2CC42-62B1-44B7-A496-7B0D4561B58D}" destId="{AB1F3B39-24A7-481E-81C2-F4EE1BC3B817}" srcOrd="0" destOrd="0" parTransId="{7DC89A48-158B-48DF-85A6-7F8A5091650E}" sibTransId="{65E1F207-2BD8-4A98-8394-B16A5496881F}"/>
    <dgm:cxn modelId="{7506B86C-81D1-47D8-9C0F-586B00E4E441}" type="presParOf" srcId="{635C7ED3-EEBC-430C-85AE-874BEB1E3777}" destId="{224B352D-CFFC-43F7-9ED7-FABF95EF77CF}" srcOrd="0" destOrd="0" presId="urn:microsoft.com/office/officeart/2018/5/layout/IconCircleLabelList"/>
    <dgm:cxn modelId="{7954B5E6-DF64-4498-ABEE-1965ADE2E33C}" type="presParOf" srcId="{224B352D-CFFC-43F7-9ED7-FABF95EF77CF}" destId="{9C2F5502-E61F-4392-8705-C668E9432428}" srcOrd="0" destOrd="0" presId="urn:microsoft.com/office/officeart/2018/5/layout/IconCircleLabelList"/>
    <dgm:cxn modelId="{A013D02D-B3A9-4BB6-8381-2D806275F18B}" type="presParOf" srcId="{224B352D-CFFC-43F7-9ED7-FABF95EF77CF}" destId="{952A89D1-D4DE-48A6-A748-2476388D1F08}" srcOrd="1" destOrd="0" presId="urn:microsoft.com/office/officeart/2018/5/layout/IconCircleLabelList"/>
    <dgm:cxn modelId="{181385AA-2EFE-452C-AF3B-AEF93F56CC43}" type="presParOf" srcId="{224B352D-CFFC-43F7-9ED7-FABF95EF77CF}" destId="{3313B093-4D6D-49D9-80F4-79E978CD260C}" srcOrd="2" destOrd="0" presId="urn:microsoft.com/office/officeart/2018/5/layout/IconCircleLabelList"/>
    <dgm:cxn modelId="{D3C69D9F-2DFB-479A-A0A4-01909831B166}" type="presParOf" srcId="{224B352D-CFFC-43F7-9ED7-FABF95EF77CF}" destId="{7862A368-5648-4D23-94AB-1F25E5FD3C0A}" srcOrd="3" destOrd="0" presId="urn:microsoft.com/office/officeart/2018/5/layout/IconCircleLabelList"/>
    <dgm:cxn modelId="{7BC6E76D-B9E4-40E9-9D08-B6FED01DE6EB}" type="presParOf" srcId="{635C7ED3-EEBC-430C-85AE-874BEB1E3777}" destId="{F2970EE9-27A7-4C84-872A-4C817D3735EC}" srcOrd="1" destOrd="0" presId="urn:microsoft.com/office/officeart/2018/5/layout/IconCircleLabelList"/>
    <dgm:cxn modelId="{D04ABA22-7F65-4104-82A3-B3D1CA7761D4}" type="presParOf" srcId="{635C7ED3-EEBC-430C-85AE-874BEB1E3777}" destId="{9B6B5AF4-A3AB-4463-A788-6AFA92738024}" srcOrd="2" destOrd="0" presId="urn:microsoft.com/office/officeart/2018/5/layout/IconCircleLabelList"/>
    <dgm:cxn modelId="{91A46F3E-6E44-4C41-A739-ED759A55F933}" type="presParOf" srcId="{9B6B5AF4-A3AB-4463-A788-6AFA92738024}" destId="{B1DB349B-0C97-490D-82F8-99BBD1FD3FA2}" srcOrd="0" destOrd="0" presId="urn:microsoft.com/office/officeart/2018/5/layout/IconCircleLabelList"/>
    <dgm:cxn modelId="{348AE393-D48A-4751-B262-43A24E3972C4}" type="presParOf" srcId="{9B6B5AF4-A3AB-4463-A788-6AFA92738024}" destId="{F46E2397-9E5A-44E5-A593-E606093BFD04}" srcOrd="1" destOrd="0" presId="urn:microsoft.com/office/officeart/2018/5/layout/IconCircleLabelList"/>
    <dgm:cxn modelId="{9D317B02-1A25-4147-B89B-912C80FFC604}" type="presParOf" srcId="{9B6B5AF4-A3AB-4463-A788-6AFA92738024}" destId="{C4C353CA-5575-44AB-8A04-3291E1EF91CA}" srcOrd="2" destOrd="0" presId="urn:microsoft.com/office/officeart/2018/5/layout/IconCircleLabelList"/>
    <dgm:cxn modelId="{C773D1CF-91EC-4365-B748-5F9EA0D331D3}" type="presParOf" srcId="{9B6B5AF4-A3AB-4463-A788-6AFA92738024}" destId="{23DFDDCE-4602-41D2-A7B7-2FA83FEB6D7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21AD541B-9803-4945-A9C2-E1FD91C94BE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F037EDE-F64A-4D15-9A1B-619F348372A5}">
      <dgm:prSet/>
      <dgm:spPr/>
      <dgm:t>
        <a:bodyPr/>
        <a:lstStyle/>
        <a:p>
          <a:pPr>
            <a:defRPr cap="all"/>
          </a:pPr>
          <a:r>
            <a:rPr lang="en-US"/>
            <a:t>Developers need access</a:t>
          </a:r>
        </a:p>
      </dgm:t>
    </dgm:pt>
    <dgm:pt modelId="{2551AF09-C33C-4A33-A7DD-1CD0FBC9B5EB}" type="parTrans" cxnId="{7480EBAD-C0E6-4A2A-95EB-5D7FE33D393D}">
      <dgm:prSet/>
      <dgm:spPr/>
      <dgm:t>
        <a:bodyPr/>
        <a:lstStyle/>
        <a:p>
          <a:endParaRPr lang="en-US"/>
        </a:p>
      </dgm:t>
    </dgm:pt>
    <dgm:pt modelId="{99A0348D-8DAD-4BA4-AF43-A4B51B22C016}" type="sibTrans" cxnId="{7480EBAD-C0E6-4A2A-95EB-5D7FE33D393D}">
      <dgm:prSet/>
      <dgm:spPr/>
      <dgm:t>
        <a:bodyPr/>
        <a:lstStyle/>
        <a:p>
          <a:endParaRPr lang="en-US"/>
        </a:p>
      </dgm:t>
    </dgm:pt>
    <dgm:pt modelId="{06B1C7B6-A11D-4039-92A6-161CAA664698}">
      <dgm:prSet/>
      <dgm:spPr/>
      <dgm:t>
        <a:bodyPr/>
        <a:lstStyle/>
        <a:p>
          <a:pPr>
            <a:defRPr cap="all"/>
          </a:pPr>
          <a:r>
            <a:rPr lang="en-US"/>
            <a:t>Control usage</a:t>
          </a:r>
        </a:p>
      </dgm:t>
    </dgm:pt>
    <dgm:pt modelId="{4F068F2B-8923-46DD-915E-8EDD26BE3F58}" type="parTrans" cxnId="{221D9E34-D18E-4111-A29F-79D08A491A59}">
      <dgm:prSet/>
      <dgm:spPr/>
      <dgm:t>
        <a:bodyPr/>
        <a:lstStyle/>
        <a:p>
          <a:endParaRPr lang="en-US"/>
        </a:p>
      </dgm:t>
    </dgm:pt>
    <dgm:pt modelId="{89EDAF04-3A8D-4A7E-8502-0FEF817C3C23}" type="sibTrans" cxnId="{221D9E34-D18E-4111-A29F-79D08A491A59}">
      <dgm:prSet/>
      <dgm:spPr/>
      <dgm:t>
        <a:bodyPr/>
        <a:lstStyle/>
        <a:p>
          <a:endParaRPr lang="en-US"/>
        </a:p>
      </dgm:t>
    </dgm:pt>
    <dgm:pt modelId="{53353048-F47E-4991-9878-2309040D7165}" type="pres">
      <dgm:prSet presAssocID="{21AD541B-9803-4945-A9C2-E1FD91C94BEA}" presName="root" presStyleCnt="0">
        <dgm:presLayoutVars>
          <dgm:dir/>
          <dgm:resizeHandles val="exact"/>
        </dgm:presLayoutVars>
      </dgm:prSet>
      <dgm:spPr/>
    </dgm:pt>
    <dgm:pt modelId="{85CBED8A-0636-49A0-8C7A-76E93F761AAE}" type="pres">
      <dgm:prSet presAssocID="{0F037EDE-F64A-4D15-9A1B-619F348372A5}" presName="compNode" presStyleCnt="0"/>
      <dgm:spPr/>
    </dgm:pt>
    <dgm:pt modelId="{C38D3124-4572-4E5E-8CE9-B55C6F67CA17}" type="pres">
      <dgm:prSet presAssocID="{0F037EDE-F64A-4D15-9A1B-619F348372A5}" presName="iconBgRect" presStyleLbl="bgShp" presStyleIdx="0" presStyleCnt="2"/>
      <dgm:spPr/>
    </dgm:pt>
    <dgm:pt modelId="{ED5FA491-D253-47ED-A163-1014CB836934}" type="pres">
      <dgm:prSet presAssocID="{0F037EDE-F64A-4D15-9A1B-619F348372A5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1EDA1DF1-6B3F-4A68-A6C6-C75C6AE09A4A}" type="pres">
      <dgm:prSet presAssocID="{0F037EDE-F64A-4D15-9A1B-619F348372A5}" presName="spaceRect" presStyleCnt="0"/>
      <dgm:spPr/>
    </dgm:pt>
    <dgm:pt modelId="{0601D4C6-0809-48FA-9BBC-F0ADF80E9AC0}" type="pres">
      <dgm:prSet presAssocID="{0F037EDE-F64A-4D15-9A1B-619F348372A5}" presName="textRect" presStyleLbl="revTx" presStyleIdx="0" presStyleCnt="2">
        <dgm:presLayoutVars>
          <dgm:chMax val="1"/>
          <dgm:chPref val="1"/>
        </dgm:presLayoutVars>
      </dgm:prSet>
      <dgm:spPr/>
    </dgm:pt>
    <dgm:pt modelId="{399A9C29-AF73-492A-88F7-C6AE1700B038}" type="pres">
      <dgm:prSet presAssocID="{99A0348D-8DAD-4BA4-AF43-A4B51B22C016}" presName="sibTrans" presStyleCnt="0"/>
      <dgm:spPr/>
    </dgm:pt>
    <dgm:pt modelId="{EBEB7516-0CB0-4141-A520-F414EB3AC443}" type="pres">
      <dgm:prSet presAssocID="{06B1C7B6-A11D-4039-92A6-161CAA664698}" presName="compNode" presStyleCnt="0"/>
      <dgm:spPr/>
    </dgm:pt>
    <dgm:pt modelId="{D0E8726F-4718-47B9-B5BD-86E4E26BEE6C}" type="pres">
      <dgm:prSet presAssocID="{06B1C7B6-A11D-4039-92A6-161CAA664698}" presName="iconBgRect" presStyleLbl="bgShp" presStyleIdx="1" presStyleCnt="2"/>
      <dgm:spPr/>
    </dgm:pt>
    <dgm:pt modelId="{11076E0D-39C9-4113-A6C4-CC1348D54C32}" type="pres">
      <dgm:prSet presAssocID="{06B1C7B6-A11D-4039-92A6-161CAA664698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31BB339E-35C5-4305-B86F-E82A5C6CC755}" type="pres">
      <dgm:prSet presAssocID="{06B1C7B6-A11D-4039-92A6-161CAA664698}" presName="spaceRect" presStyleCnt="0"/>
      <dgm:spPr/>
    </dgm:pt>
    <dgm:pt modelId="{A265610D-0963-420C-9DAD-63172A96764F}" type="pres">
      <dgm:prSet presAssocID="{06B1C7B6-A11D-4039-92A6-161CAA664698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221D9E34-D18E-4111-A29F-79D08A491A59}" srcId="{21AD541B-9803-4945-A9C2-E1FD91C94BEA}" destId="{06B1C7B6-A11D-4039-92A6-161CAA664698}" srcOrd="1" destOrd="0" parTransId="{4F068F2B-8923-46DD-915E-8EDD26BE3F58}" sibTransId="{89EDAF04-3A8D-4A7E-8502-0FEF817C3C23}"/>
    <dgm:cxn modelId="{DA5B3164-A174-4E2F-9906-A9AC17949703}" type="presOf" srcId="{21AD541B-9803-4945-A9C2-E1FD91C94BEA}" destId="{53353048-F47E-4991-9878-2309040D7165}" srcOrd="0" destOrd="0" presId="urn:microsoft.com/office/officeart/2018/5/layout/IconCircleLabelList"/>
    <dgm:cxn modelId="{E11D917F-2E34-41FD-8BEA-B5FC525C0878}" type="presOf" srcId="{06B1C7B6-A11D-4039-92A6-161CAA664698}" destId="{A265610D-0963-420C-9DAD-63172A96764F}" srcOrd="0" destOrd="0" presId="urn:microsoft.com/office/officeart/2018/5/layout/IconCircleLabelList"/>
    <dgm:cxn modelId="{5B972382-E33D-4528-865B-A8F97AC6E03C}" type="presOf" srcId="{0F037EDE-F64A-4D15-9A1B-619F348372A5}" destId="{0601D4C6-0809-48FA-9BBC-F0ADF80E9AC0}" srcOrd="0" destOrd="0" presId="urn:microsoft.com/office/officeart/2018/5/layout/IconCircleLabelList"/>
    <dgm:cxn modelId="{7480EBAD-C0E6-4A2A-95EB-5D7FE33D393D}" srcId="{21AD541B-9803-4945-A9C2-E1FD91C94BEA}" destId="{0F037EDE-F64A-4D15-9A1B-619F348372A5}" srcOrd="0" destOrd="0" parTransId="{2551AF09-C33C-4A33-A7DD-1CD0FBC9B5EB}" sibTransId="{99A0348D-8DAD-4BA4-AF43-A4B51B22C016}"/>
    <dgm:cxn modelId="{ED188A9E-C914-4665-AC67-E70E767F19D1}" type="presParOf" srcId="{53353048-F47E-4991-9878-2309040D7165}" destId="{85CBED8A-0636-49A0-8C7A-76E93F761AAE}" srcOrd="0" destOrd="0" presId="urn:microsoft.com/office/officeart/2018/5/layout/IconCircleLabelList"/>
    <dgm:cxn modelId="{77197E09-4340-4DD0-BCA8-78CCEDECC123}" type="presParOf" srcId="{85CBED8A-0636-49A0-8C7A-76E93F761AAE}" destId="{C38D3124-4572-4E5E-8CE9-B55C6F67CA17}" srcOrd="0" destOrd="0" presId="urn:microsoft.com/office/officeart/2018/5/layout/IconCircleLabelList"/>
    <dgm:cxn modelId="{6D4F20AC-AF77-4E1B-946A-6BBD781C97B4}" type="presParOf" srcId="{85CBED8A-0636-49A0-8C7A-76E93F761AAE}" destId="{ED5FA491-D253-47ED-A163-1014CB836934}" srcOrd="1" destOrd="0" presId="urn:microsoft.com/office/officeart/2018/5/layout/IconCircleLabelList"/>
    <dgm:cxn modelId="{A3644250-3CC3-4AF4-A134-CF1EDF8B993E}" type="presParOf" srcId="{85CBED8A-0636-49A0-8C7A-76E93F761AAE}" destId="{1EDA1DF1-6B3F-4A68-A6C6-C75C6AE09A4A}" srcOrd="2" destOrd="0" presId="urn:microsoft.com/office/officeart/2018/5/layout/IconCircleLabelList"/>
    <dgm:cxn modelId="{D4B423F1-B2FE-4FBA-B77D-E225B97BD9EC}" type="presParOf" srcId="{85CBED8A-0636-49A0-8C7A-76E93F761AAE}" destId="{0601D4C6-0809-48FA-9BBC-F0ADF80E9AC0}" srcOrd="3" destOrd="0" presId="urn:microsoft.com/office/officeart/2018/5/layout/IconCircleLabelList"/>
    <dgm:cxn modelId="{CF9F6273-8D82-49EF-8BFB-07344606DCCF}" type="presParOf" srcId="{53353048-F47E-4991-9878-2309040D7165}" destId="{399A9C29-AF73-492A-88F7-C6AE1700B038}" srcOrd="1" destOrd="0" presId="urn:microsoft.com/office/officeart/2018/5/layout/IconCircleLabelList"/>
    <dgm:cxn modelId="{08A6F756-A37C-493E-9B84-6BDB01DAE3F1}" type="presParOf" srcId="{53353048-F47E-4991-9878-2309040D7165}" destId="{EBEB7516-0CB0-4141-A520-F414EB3AC443}" srcOrd="2" destOrd="0" presId="urn:microsoft.com/office/officeart/2018/5/layout/IconCircleLabelList"/>
    <dgm:cxn modelId="{4542D8BB-2F8B-4FDE-8296-FD27860718A1}" type="presParOf" srcId="{EBEB7516-0CB0-4141-A520-F414EB3AC443}" destId="{D0E8726F-4718-47B9-B5BD-86E4E26BEE6C}" srcOrd="0" destOrd="0" presId="urn:microsoft.com/office/officeart/2018/5/layout/IconCircleLabelList"/>
    <dgm:cxn modelId="{CCCC61FF-93F3-4F26-8CEA-20ED5A56F1A4}" type="presParOf" srcId="{EBEB7516-0CB0-4141-A520-F414EB3AC443}" destId="{11076E0D-39C9-4113-A6C4-CC1348D54C32}" srcOrd="1" destOrd="0" presId="urn:microsoft.com/office/officeart/2018/5/layout/IconCircleLabelList"/>
    <dgm:cxn modelId="{E02B5E54-E986-4CC2-9946-32FC0B8178B4}" type="presParOf" srcId="{EBEB7516-0CB0-4141-A520-F414EB3AC443}" destId="{31BB339E-35C5-4305-B86F-E82A5C6CC755}" srcOrd="2" destOrd="0" presId="urn:microsoft.com/office/officeart/2018/5/layout/IconCircleLabelList"/>
    <dgm:cxn modelId="{B194C2B7-7E05-48DA-AE6B-682698779ECB}" type="presParOf" srcId="{EBEB7516-0CB0-4141-A520-F414EB3AC443}" destId="{A265610D-0963-420C-9DAD-63172A96764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51522391-B6F5-494D-821A-E503338BB99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1522EB8-DEA4-4ABE-B5F7-7E722BB1AA32}">
      <dgm:prSet/>
      <dgm:spPr/>
      <dgm:t>
        <a:bodyPr/>
        <a:lstStyle/>
        <a:p>
          <a:pPr>
            <a:defRPr cap="all"/>
          </a:pPr>
          <a:r>
            <a:rPr lang="en-US"/>
            <a:t>Apply quota</a:t>
          </a:r>
        </a:p>
      </dgm:t>
    </dgm:pt>
    <dgm:pt modelId="{9E294F97-CB2D-4EDC-9682-CAB0CE6D83FB}" type="parTrans" cxnId="{F6B78371-6277-43EC-AF99-0D666E52098C}">
      <dgm:prSet/>
      <dgm:spPr/>
      <dgm:t>
        <a:bodyPr/>
        <a:lstStyle/>
        <a:p>
          <a:endParaRPr lang="en-US"/>
        </a:p>
      </dgm:t>
    </dgm:pt>
    <dgm:pt modelId="{2879350F-FA8D-4E45-93D6-69DC50BF4F9B}" type="sibTrans" cxnId="{F6B78371-6277-43EC-AF99-0D666E52098C}">
      <dgm:prSet/>
      <dgm:spPr/>
      <dgm:t>
        <a:bodyPr/>
        <a:lstStyle/>
        <a:p>
          <a:endParaRPr lang="en-US"/>
        </a:p>
      </dgm:t>
    </dgm:pt>
    <dgm:pt modelId="{D56145EC-A902-48E6-B433-B843AC603B74}">
      <dgm:prSet/>
      <dgm:spPr/>
      <dgm:t>
        <a:bodyPr/>
        <a:lstStyle/>
        <a:p>
          <a:pPr>
            <a:defRPr cap="all"/>
          </a:pPr>
          <a:r>
            <a:rPr lang="en-US"/>
            <a:t>Test limits</a:t>
          </a:r>
        </a:p>
      </dgm:t>
    </dgm:pt>
    <dgm:pt modelId="{D497AD50-9E66-4D7A-AD9D-FAF4B71048F3}" type="parTrans" cxnId="{729E39E9-371F-4696-BB33-A85516FDD6C3}">
      <dgm:prSet/>
      <dgm:spPr/>
      <dgm:t>
        <a:bodyPr/>
        <a:lstStyle/>
        <a:p>
          <a:endParaRPr lang="en-US"/>
        </a:p>
      </dgm:t>
    </dgm:pt>
    <dgm:pt modelId="{E15A5F9F-CC32-457E-BC9C-6FD2FD13F394}" type="sibTrans" cxnId="{729E39E9-371F-4696-BB33-A85516FDD6C3}">
      <dgm:prSet/>
      <dgm:spPr/>
      <dgm:t>
        <a:bodyPr/>
        <a:lstStyle/>
        <a:p>
          <a:endParaRPr lang="en-US"/>
        </a:p>
      </dgm:t>
    </dgm:pt>
    <dgm:pt modelId="{FA6358C2-6B4E-43A8-8161-E5555EE031EA}" type="pres">
      <dgm:prSet presAssocID="{51522391-B6F5-494D-821A-E503338BB99A}" presName="root" presStyleCnt="0">
        <dgm:presLayoutVars>
          <dgm:dir/>
          <dgm:resizeHandles val="exact"/>
        </dgm:presLayoutVars>
      </dgm:prSet>
      <dgm:spPr/>
    </dgm:pt>
    <dgm:pt modelId="{4C6EDC30-C009-4282-91DC-5EFAEB581214}" type="pres">
      <dgm:prSet presAssocID="{61522EB8-DEA4-4ABE-B5F7-7E722BB1AA32}" presName="compNode" presStyleCnt="0"/>
      <dgm:spPr/>
    </dgm:pt>
    <dgm:pt modelId="{69DAC2E5-E074-42F2-95AB-B4E6D645E8BC}" type="pres">
      <dgm:prSet presAssocID="{61522EB8-DEA4-4ABE-B5F7-7E722BB1AA32}" presName="iconBgRect" presStyleLbl="bgShp" presStyleIdx="0" presStyleCnt="2"/>
      <dgm:spPr/>
    </dgm:pt>
    <dgm:pt modelId="{539006D9-25E8-4782-82D8-5F501B00B4E3}" type="pres">
      <dgm:prSet presAssocID="{61522EB8-DEA4-4ABE-B5F7-7E722BB1AA32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679662A0-1EEE-4F11-BA8E-6C536AB5968D}" type="pres">
      <dgm:prSet presAssocID="{61522EB8-DEA4-4ABE-B5F7-7E722BB1AA32}" presName="spaceRect" presStyleCnt="0"/>
      <dgm:spPr/>
    </dgm:pt>
    <dgm:pt modelId="{202397AD-B758-44FB-8FCA-0500F4E7838A}" type="pres">
      <dgm:prSet presAssocID="{61522EB8-DEA4-4ABE-B5F7-7E722BB1AA32}" presName="textRect" presStyleLbl="revTx" presStyleIdx="0" presStyleCnt="2">
        <dgm:presLayoutVars>
          <dgm:chMax val="1"/>
          <dgm:chPref val="1"/>
        </dgm:presLayoutVars>
      </dgm:prSet>
      <dgm:spPr/>
    </dgm:pt>
    <dgm:pt modelId="{939C27F9-08E2-4267-8258-3092A1BA752D}" type="pres">
      <dgm:prSet presAssocID="{2879350F-FA8D-4E45-93D6-69DC50BF4F9B}" presName="sibTrans" presStyleCnt="0"/>
      <dgm:spPr/>
    </dgm:pt>
    <dgm:pt modelId="{3C8AD8C0-BCE6-4394-9FDA-D9B0BAC0A67C}" type="pres">
      <dgm:prSet presAssocID="{D56145EC-A902-48E6-B433-B843AC603B74}" presName="compNode" presStyleCnt="0"/>
      <dgm:spPr/>
    </dgm:pt>
    <dgm:pt modelId="{3E0BD148-22EF-4ECD-87E8-8C504661E3D7}" type="pres">
      <dgm:prSet presAssocID="{D56145EC-A902-48E6-B433-B843AC603B74}" presName="iconBgRect" presStyleLbl="bgShp" presStyleIdx="1" presStyleCnt="2"/>
      <dgm:spPr/>
    </dgm:pt>
    <dgm:pt modelId="{22892FD5-F6D6-4B6F-A958-CC94743520A5}" type="pres">
      <dgm:prSet presAssocID="{D56145EC-A902-48E6-B433-B843AC603B74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E5A067A5-F06C-46DB-87F2-17B052071E46}" type="pres">
      <dgm:prSet presAssocID="{D56145EC-A902-48E6-B433-B843AC603B74}" presName="spaceRect" presStyleCnt="0"/>
      <dgm:spPr/>
    </dgm:pt>
    <dgm:pt modelId="{BE58F5A8-013C-48FD-B5DA-AEA5B9276030}" type="pres">
      <dgm:prSet presAssocID="{D56145EC-A902-48E6-B433-B843AC603B74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285A0039-3D5E-44F7-8375-67CEE1E2787D}" type="presOf" srcId="{61522EB8-DEA4-4ABE-B5F7-7E722BB1AA32}" destId="{202397AD-B758-44FB-8FCA-0500F4E7838A}" srcOrd="0" destOrd="0" presId="urn:microsoft.com/office/officeart/2018/5/layout/IconCircleLabelList"/>
    <dgm:cxn modelId="{F6B78371-6277-43EC-AF99-0D666E52098C}" srcId="{51522391-B6F5-494D-821A-E503338BB99A}" destId="{61522EB8-DEA4-4ABE-B5F7-7E722BB1AA32}" srcOrd="0" destOrd="0" parTransId="{9E294F97-CB2D-4EDC-9682-CAB0CE6D83FB}" sibTransId="{2879350F-FA8D-4E45-93D6-69DC50BF4F9B}"/>
    <dgm:cxn modelId="{ECD445C7-1088-425D-A4D3-96390461E0DB}" type="presOf" srcId="{D56145EC-A902-48E6-B433-B843AC603B74}" destId="{BE58F5A8-013C-48FD-B5DA-AEA5B9276030}" srcOrd="0" destOrd="0" presId="urn:microsoft.com/office/officeart/2018/5/layout/IconCircleLabelList"/>
    <dgm:cxn modelId="{E2CEC8D2-B6EE-4E81-B3FF-6242C96040FB}" type="presOf" srcId="{51522391-B6F5-494D-821A-E503338BB99A}" destId="{FA6358C2-6B4E-43A8-8161-E5555EE031EA}" srcOrd="0" destOrd="0" presId="urn:microsoft.com/office/officeart/2018/5/layout/IconCircleLabelList"/>
    <dgm:cxn modelId="{729E39E9-371F-4696-BB33-A85516FDD6C3}" srcId="{51522391-B6F5-494D-821A-E503338BB99A}" destId="{D56145EC-A902-48E6-B433-B843AC603B74}" srcOrd="1" destOrd="0" parTransId="{D497AD50-9E66-4D7A-AD9D-FAF4B71048F3}" sibTransId="{E15A5F9F-CC32-457E-BC9C-6FD2FD13F394}"/>
    <dgm:cxn modelId="{8BD6CA34-4FFE-45DE-9DE9-0641E73AEC6B}" type="presParOf" srcId="{FA6358C2-6B4E-43A8-8161-E5555EE031EA}" destId="{4C6EDC30-C009-4282-91DC-5EFAEB581214}" srcOrd="0" destOrd="0" presId="urn:microsoft.com/office/officeart/2018/5/layout/IconCircleLabelList"/>
    <dgm:cxn modelId="{335C946A-B8F5-4275-9351-969AFFDA3530}" type="presParOf" srcId="{4C6EDC30-C009-4282-91DC-5EFAEB581214}" destId="{69DAC2E5-E074-42F2-95AB-B4E6D645E8BC}" srcOrd="0" destOrd="0" presId="urn:microsoft.com/office/officeart/2018/5/layout/IconCircleLabelList"/>
    <dgm:cxn modelId="{02F541EE-6264-4015-A639-F97DEB14DC42}" type="presParOf" srcId="{4C6EDC30-C009-4282-91DC-5EFAEB581214}" destId="{539006D9-25E8-4782-82D8-5F501B00B4E3}" srcOrd="1" destOrd="0" presId="urn:microsoft.com/office/officeart/2018/5/layout/IconCircleLabelList"/>
    <dgm:cxn modelId="{17796B92-98B5-464E-8BCB-EB0AB844F4E0}" type="presParOf" srcId="{4C6EDC30-C009-4282-91DC-5EFAEB581214}" destId="{679662A0-1EEE-4F11-BA8E-6C536AB5968D}" srcOrd="2" destOrd="0" presId="urn:microsoft.com/office/officeart/2018/5/layout/IconCircleLabelList"/>
    <dgm:cxn modelId="{78D51DF6-45B1-41DF-9632-C939E747EB80}" type="presParOf" srcId="{4C6EDC30-C009-4282-91DC-5EFAEB581214}" destId="{202397AD-B758-44FB-8FCA-0500F4E7838A}" srcOrd="3" destOrd="0" presId="urn:microsoft.com/office/officeart/2018/5/layout/IconCircleLabelList"/>
    <dgm:cxn modelId="{7546656E-2233-426B-8ADC-07C94D0DD0C1}" type="presParOf" srcId="{FA6358C2-6B4E-43A8-8161-E5555EE031EA}" destId="{939C27F9-08E2-4267-8258-3092A1BA752D}" srcOrd="1" destOrd="0" presId="urn:microsoft.com/office/officeart/2018/5/layout/IconCircleLabelList"/>
    <dgm:cxn modelId="{4938445D-6F3A-4124-8B84-0BB2ECB07DF2}" type="presParOf" srcId="{FA6358C2-6B4E-43A8-8161-E5555EE031EA}" destId="{3C8AD8C0-BCE6-4394-9FDA-D9B0BAC0A67C}" srcOrd="2" destOrd="0" presId="urn:microsoft.com/office/officeart/2018/5/layout/IconCircleLabelList"/>
    <dgm:cxn modelId="{58EA2CAC-9C50-4AB0-A145-B7C0F1016019}" type="presParOf" srcId="{3C8AD8C0-BCE6-4394-9FDA-D9B0BAC0A67C}" destId="{3E0BD148-22EF-4ECD-87E8-8C504661E3D7}" srcOrd="0" destOrd="0" presId="urn:microsoft.com/office/officeart/2018/5/layout/IconCircleLabelList"/>
    <dgm:cxn modelId="{C1CFBB45-2C50-4BA9-A086-FADD31B652D2}" type="presParOf" srcId="{3C8AD8C0-BCE6-4394-9FDA-D9B0BAC0A67C}" destId="{22892FD5-F6D6-4B6F-A958-CC94743520A5}" srcOrd="1" destOrd="0" presId="urn:microsoft.com/office/officeart/2018/5/layout/IconCircleLabelList"/>
    <dgm:cxn modelId="{8CDE11AE-0F49-4166-9A24-9442EEA01EF1}" type="presParOf" srcId="{3C8AD8C0-BCE6-4394-9FDA-D9B0BAC0A67C}" destId="{E5A067A5-F06C-46DB-87F2-17B052071E46}" srcOrd="2" destOrd="0" presId="urn:microsoft.com/office/officeart/2018/5/layout/IconCircleLabelList"/>
    <dgm:cxn modelId="{EA87FB97-F0CF-466F-9F82-34FE9CBEB34B}" type="presParOf" srcId="{3C8AD8C0-BCE6-4394-9FDA-D9B0BAC0A67C}" destId="{BE58F5A8-013C-48FD-B5DA-AEA5B927603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0FFF8A6B-6288-4534-AED5-911B30CCF7F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D4A8FBA-59FB-4417-8934-5EFA536CB22E}">
      <dgm:prSet/>
      <dgm:spPr/>
      <dgm:t>
        <a:bodyPr/>
        <a:lstStyle/>
        <a:p>
          <a:pPr>
            <a:defRPr cap="all"/>
          </a:pPr>
          <a:r>
            <a:rPr lang="en-US"/>
            <a:t>Apply quota</a:t>
          </a:r>
        </a:p>
      </dgm:t>
    </dgm:pt>
    <dgm:pt modelId="{4179D50A-D47C-4EA9-82FC-4B12C302A71B}" type="parTrans" cxnId="{C52D0763-C859-46E6-8645-5DF7DB405D60}">
      <dgm:prSet/>
      <dgm:spPr/>
      <dgm:t>
        <a:bodyPr/>
        <a:lstStyle/>
        <a:p>
          <a:endParaRPr lang="en-US"/>
        </a:p>
      </dgm:t>
    </dgm:pt>
    <dgm:pt modelId="{47B8CB7C-B21E-48FE-82F5-1BF801F66FCA}" type="sibTrans" cxnId="{C52D0763-C859-46E6-8645-5DF7DB405D60}">
      <dgm:prSet/>
      <dgm:spPr/>
      <dgm:t>
        <a:bodyPr/>
        <a:lstStyle/>
        <a:p>
          <a:endParaRPr lang="en-US"/>
        </a:p>
      </dgm:t>
    </dgm:pt>
    <dgm:pt modelId="{A2EF4DC0-F6DC-456E-A4AE-A25E11291C0F}">
      <dgm:prSet/>
      <dgm:spPr/>
      <dgm:t>
        <a:bodyPr/>
        <a:lstStyle/>
        <a:p>
          <a:pPr>
            <a:defRPr cap="all"/>
          </a:pPr>
          <a:r>
            <a:rPr lang="en-US"/>
            <a:t>Deploy app</a:t>
          </a:r>
        </a:p>
      </dgm:t>
    </dgm:pt>
    <dgm:pt modelId="{6DA376DA-264C-4B3F-BCDE-F5B69A56C6AA}" type="parTrans" cxnId="{88E1FD75-8D27-4096-AA7C-235E56A301C2}">
      <dgm:prSet/>
      <dgm:spPr/>
      <dgm:t>
        <a:bodyPr/>
        <a:lstStyle/>
        <a:p>
          <a:endParaRPr lang="en-US"/>
        </a:p>
      </dgm:t>
    </dgm:pt>
    <dgm:pt modelId="{DC391271-8249-4285-AD48-4411179C22C1}" type="sibTrans" cxnId="{88E1FD75-8D27-4096-AA7C-235E56A301C2}">
      <dgm:prSet/>
      <dgm:spPr/>
      <dgm:t>
        <a:bodyPr/>
        <a:lstStyle/>
        <a:p>
          <a:endParaRPr lang="en-US"/>
        </a:p>
      </dgm:t>
    </dgm:pt>
    <dgm:pt modelId="{C77D8326-D05C-45B4-A35E-177F90928CF5}">
      <dgm:prSet/>
      <dgm:spPr/>
      <dgm:t>
        <a:bodyPr/>
        <a:lstStyle/>
        <a:p>
          <a:pPr>
            <a:defRPr cap="all"/>
          </a:pPr>
          <a:r>
            <a:rPr lang="en-US"/>
            <a:t>Expose service</a:t>
          </a:r>
        </a:p>
      </dgm:t>
    </dgm:pt>
    <dgm:pt modelId="{840E3283-FE95-4CCE-9D50-34F14CA7EB0D}" type="parTrans" cxnId="{C8551ED2-C7A4-475D-9B9D-D827D6A016E2}">
      <dgm:prSet/>
      <dgm:spPr/>
      <dgm:t>
        <a:bodyPr/>
        <a:lstStyle/>
        <a:p>
          <a:endParaRPr lang="en-US"/>
        </a:p>
      </dgm:t>
    </dgm:pt>
    <dgm:pt modelId="{4689F815-FD16-4F13-BFA4-B0CF373050E4}" type="sibTrans" cxnId="{C8551ED2-C7A4-475D-9B9D-D827D6A016E2}">
      <dgm:prSet/>
      <dgm:spPr/>
      <dgm:t>
        <a:bodyPr/>
        <a:lstStyle/>
        <a:p>
          <a:endParaRPr lang="en-US"/>
        </a:p>
      </dgm:t>
    </dgm:pt>
    <dgm:pt modelId="{DA7B4BCA-D1A9-4227-9DDF-5C2FF6574B0C}">
      <dgm:prSet/>
      <dgm:spPr/>
      <dgm:t>
        <a:bodyPr/>
        <a:lstStyle/>
        <a:p>
          <a:pPr>
            <a:defRPr cap="all"/>
          </a:pPr>
          <a:r>
            <a:rPr lang="en-US"/>
            <a:t>Apply policy</a:t>
          </a:r>
        </a:p>
      </dgm:t>
    </dgm:pt>
    <dgm:pt modelId="{6A9D043B-D369-4D6E-98DC-69A0181147AF}" type="parTrans" cxnId="{E16AC5BC-6F13-498A-8CDF-FA1615DED9DA}">
      <dgm:prSet/>
      <dgm:spPr/>
      <dgm:t>
        <a:bodyPr/>
        <a:lstStyle/>
        <a:p>
          <a:endParaRPr lang="en-US"/>
        </a:p>
      </dgm:t>
    </dgm:pt>
    <dgm:pt modelId="{B759FAD1-C1A5-49BB-81B6-7B2678EBF20E}" type="sibTrans" cxnId="{E16AC5BC-6F13-498A-8CDF-FA1615DED9DA}">
      <dgm:prSet/>
      <dgm:spPr/>
      <dgm:t>
        <a:bodyPr/>
        <a:lstStyle/>
        <a:p>
          <a:endParaRPr lang="en-US"/>
        </a:p>
      </dgm:t>
    </dgm:pt>
    <dgm:pt modelId="{35EC6EF6-CC48-4B7A-995A-732A7464413A}" type="pres">
      <dgm:prSet presAssocID="{0FFF8A6B-6288-4534-AED5-911B30CCF7FE}" presName="root" presStyleCnt="0">
        <dgm:presLayoutVars>
          <dgm:dir/>
          <dgm:resizeHandles val="exact"/>
        </dgm:presLayoutVars>
      </dgm:prSet>
      <dgm:spPr/>
    </dgm:pt>
    <dgm:pt modelId="{4957156E-5F56-49F0-8250-68E1D328B98D}" type="pres">
      <dgm:prSet presAssocID="{0D4A8FBA-59FB-4417-8934-5EFA536CB22E}" presName="compNode" presStyleCnt="0"/>
      <dgm:spPr/>
    </dgm:pt>
    <dgm:pt modelId="{6E5FE25F-3F03-498E-A4AE-B79F46828BEF}" type="pres">
      <dgm:prSet presAssocID="{0D4A8FBA-59FB-4417-8934-5EFA536CB22E}" presName="iconBgRect" presStyleLbl="bgShp" presStyleIdx="0" presStyleCnt="4"/>
      <dgm:spPr/>
    </dgm:pt>
    <dgm:pt modelId="{0EF9827E-6F18-4D65-8A4A-560DF7C9A7D6}" type="pres">
      <dgm:prSet presAssocID="{0D4A8FBA-59FB-4417-8934-5EFA536CB22E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97470A8-FE9F-47BE-AF55-EBE14344ED86}" type="pres">
      <dgm:prSet presAssocID="{0D4A8FBA-59FB-4417-8934-5EFA536CB22E}" presName="spaceRect" presStyleCnt="0"/>
      <dgm:spPr/>
    </dgm:pt>
    <dgm:pt modelId="{DB156556-5E1E-48C9-9D75-D639BBF1851B}" type="pres">
      <dgm:prSet presAssocID="{0D4A8FBA-59FB-4417-8934-5EFA536CB22E}" presName="textRect" presStyleLbl="revTx" presStyleIdx="0" presStyleCnt="4">
        <dgm:presLayoutVars>
          <dgm:chMax val="1"/>
          <dgm:chPref val="1"/>
        </dgm:presLayoutVars>
      </dgm:prSet>
      <dgm:spPr/>
    </dgm:pt>
    <dgm:pt modelId="{27E0483F-3273-47FF-B5B7-653D5A5FF27F}" type="pres">
      <dgm:prSet presAssocID="{47B8CB7C-B21E-48FE-82F5-1BF801F66FCA}" presName="sibTrans" presStyleCnt="0"/>
      <dgm:spPr/>
    </dgm:pt>
    <dgm:pt modelId="{5342F36E-64C8-42AC-AB22-BEC1B6FFC4D6}" type="pres">
      <dgm:prSet presAssocID="{A2EF4DC0-F6DC-456E-A4AE-A25E11291C0F}" presName="compNode" presStyleCnt="0"/>
      <dgm:spPr/>
    </dgm:pt>
    <dgm:pt modelId="{7E8D3F23-3FFC-46E6-9A33-944867C20D55}" type="pres">
      <dgm:prSet presAssocID="{A2EF4DC0-F6DC-456E-A4AE-A25E11291C0F}" presName="iconBgRect" presStyleLbl="bgShp" presStyleIdx="1" presStyleCnt="4"/>
      <dgm:spPr/>
    </dgm:pt>
    <dgm:pt modelId="{4ABDAD4E-A1EF-4DD2-AD96-49AE246657BE}" type="pres">
      <dgm:prSet presAssocID="{A2EF4DC0-F6DC-456E-A4AE-A25E11291C0F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B8B7B106-8C11-486A-B49A-56EEE46B698A}" type="pres">
      <dgm:prSet presAssocID="{A2EF4DC0-F6DC-456E-A4AE-A25E11291C0F}" presName="spaceRect" presStyleCnt="0"/>
      <dgm:spPr/>
    </dgm:pt>
    <dgm:pt modelId="{CE7F5B2C-77C0-4C8E-B955-36DB3F685EF9}" type="pres">
      <dgm:prSet presAssocID="{A2EF4DC0-F6DC-456E-A4AE-A25E11291C0F}" presName="textRect" presStyleLbl="revTx" presStyleIdx="1" presStyleCnt="4">
        <dgm:presLayoutVars>
          <dgm:chMax val="1"/>
          <dgm:chPref val="1"/>
        </dgm:presLayoutVars>
      </dgm:prSet>
      <dgm:spPr/>
    </dgm:pt>
    <dgm:pt modelId="{F1B061DC-A29E-403A-9E80-42276F51E706}" type="pres">
      <dgm:prSet presAssocID="{DC391271-8249-4285-AD48-4411179C22C1}" presName="sibTrans" presStyleCnt="0"/>
      <dgm:spPr/>
    </dgm:pt>
    <dgm:pt modelId="{B6527452-9120-4B91-B0D1-5BA2716333CA}" type="pres">
      <dgm:prSet presAssocID="{C77D8326-D05C-45B4-A35E-177F90928CF5}" presName="compNode" presStyleCnt="0"/>
      <dgm:spPr/>
    </dgm:pt>
    <dgm:pt modelId="{79830908-3771-4C04-AD44-31D0EDF754D2}" type="pres">
      <dgm:prSet presAssocID="{C77D8326-D05C-45B4-A35E-177F90928CF5}" presName="iconBgRect" presStyleLbl="bgShp" presStyleIdx="2" presStyleCnt="4"/>
      <dgm:spPr/>
    </dgm:pt>
    <dgm:pt modelId="{982EB13C-8296-4136-A8CD-9E269B42B247}" type="pres">
      <dgm:prSet presAssocID="{C77D8326-D05C-45B4-A35E-177F90928CF5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AB50A30C-D210-4C25-AB2B-616B6C4558CD}" type="pres">
      <dgm:prSet presAssocID="{C77D8326-D05C-45B4-A35E-177F90928CF5}" presName="spaceRect" presStyleCnt="0"/>
      <dgm:spPr/>
    </dgm:pt>
    <dgm:pt modelId="{2F002023-C2A0-421E-BFBE-08FDB768DCD2}" type="pres">
      <dgm:prSet presAssocID="{C77D8326-D05C-45B4-A35E-177F90928CF5}" presName="textRect" presStyleLbl="revTx" presStyleIdx="2" presStyleCnt="4">
        <dgm:presLayoutVars>
          <dgm:chMax val="1"/>
          <dgm:chPref val="1"/>
        </dgm:presLayoutVars>
      </dgm:prSet>
      <dgm:spPr/>
    </dgm:pt>
    <dgm:pt modelId="{8A11F03E-C9A4-41EB-9423-E28094104123}" type="pres">
      <dgm:prSet presAssocID="{4689F815-FD16-4F13-BFA4-B0CF373050E4}" presName="sibTrans" presStyleCnt="0"/>
      <dgm:spPr/>
    </dgm:pt>
    <dgm:pt modelId="{96451040-DA29-4AC7-A0DC-FEA321894C9D}" type="pres">
      <dgm:prSet presAssocID="{DA7B4BCA-D1A9-4227-9DDF-5C2FF6574B0C}" presName="compNode" presStyleCnt="0"/>
      <dgm:spPr/>
    </dgm:pt>
    <dgm:pt modelId="{FC738A14-0153-4FCC-A8E3-20445B4B568C}" type="pres">
      <dgm:prSet presAssocID="{DA7B4BCA-D1A9-4227-9DDF-5C2FF6574B0C}" presName="iconBgRect" presStyleLbl="bgShp" presStyleIdx="3" presStyleCnt="4"/>
      <dgm:spPr/>
    </dgm:pt>
    <dgm:pt modelId="{85B1A457-C436-40CA-8994-48EE6C4C9A8B}" type="pres">
      <dgm:prSet presAssocID="{DA7B4BCA-D1A9-4227-9DDF-5C2FF6574B0C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46FFE77A-C31F-4A44-BB8C-7E8D0AE362C0}" type="pres">
      <dgm:prSet presAssocID="{DA7B4BCA-D1A9-4227-9DDF-5C2FF6574B0C}" presName="spaceRect" presStyleCnt="0"/>
      <dgm:spPr/>
    </dgm:pt>
    <dgm:pt modelId="{A61267CC-872A-49AD-B053-05A4685443B4}" type="pres">
      <dgm:prSet presAssocID="{DA7B4BCA-D1A9-4227-9DDF-5C2FF6574B0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A039F26-2634-4455-B1B9-028BCEC7A271}" type="presOf" srcId="{C77D8326-D05C-45B4-A35E-177F90928CF5}" destId="{2F002023-C2A0-421E-BFBE-08FDB768DCD2}" srcOrd="0" destOrd="0" presId="urn:microsoft.com/office/officeart/2018/5/layout/IconCircleLabelList"/>
    <dgm:cxn modelId="{447BD342-0C33-4ED2-ADE9-8884DF1A557F}" type="presOf" srcId="{0D4A8FBA-59FB-4417-8934-5EFA536CB22E}" destId="{DB156556-5E1E-48C9-9D75-D639BBF1851B}" srcOrd="0" destOrd="0" presId="urn:microsoft.com/office/officeart/2018/5/layout/IconCircleLabelList"/>
    <dgm:cxn modelId="{C52D0763-C859-46E6-8645-5DF7DB405D60}" srcId="{0FFF8A6B-6288-4534-AED5-911B30CCF7FE}" destId="{0D4A8FBA-59FB-4417-8934-5EFA536CB22E}" srcOrd="0" destOrd="0" parTransId="{4179D50A-D47C-4EA9-82FC-4B12C302A71B}" sibTransId="{47B8CB7C-B21E-48FE-82F5-1BF801F66FCA}"/>
    <dgm:cxn modelId="{88E1FD75-8D27-4096-AA7C-235E56A301C2}" srcId="{0FFF8A6B-6288-4534-AED5-911B30CCF7FE}" destId="{A2EF4DC0-F6DC-456E-A4AE-A25E11291C0F}" srcOrd="1" destOrd="0" parTransId="{6DA376DA-264C-4B3F-BCDE-F5B69A56C6AA}" sibTransId="{DC391271-8249-4285-AD48-4411179C22C1}"/>
    <dgm:cxn modelId="{1F2EFC7B-2860-4748-859A-AD97C92195CD}" type="presOf" srcId="{DA7B4BCA-D1A9-4227-9DDF-5C2FF6574B0C}" destId="{A61267CC-872A-49AD-B053-05A4685443B4}" srcOrd="0" destOrd="0" presId="urn:microsoft.com/office/officeart/2018/5/layout/IconCircleLabelList"/>
    <dgm:cxn modelId="{838A5A95-097C-42EE-B3F1-F5744560ADE3}" type="presOf" srcId="{0FFF8A6B-6288-4534-AED5-911B30CCF7FE}" destId="{35EC6EF6-CC48-4B7A-995A-732A7464413A}" srcOrd="0" destOrd="0" presId="urn:microsoft.com/office/officeart/2018/5/layout/IconCircleLabelList"/>
    <dgm:cxn modelId="{E16AC5BC-6F13-498A-8CDF-FA1615DED9DA}" srcId="{0FFF8A6B-6288-4534-AED5-911B30CCF7FE}" destId="{DA7B4BCA-D1A9-4227-9DDF-5C2FF6574B0C}" srcOrd="3" destOrd="0" parTransId="{6A9D043B-D369-4D6E-98DC-69A0181147AF}" sibTransId="{B759FAD1-C1A5-49BB-81B6-7B2678EBF20E}"/>
    <dgm:cxn modelId="{C8551ED2-C7A4-475D-9B9D-D827D6A016E2}" srcId="{0FFF8A6B-6288-4534-AED5-911B30CCF7FE}" destId="{C77D8326-D05C-45B4-A35E-177F90928CF5}" srcOrd="2" destOrd="0" parTransId="{840E3283-FE95-4CCE-9D50-34F14CA7EB0D}" sibTransId="{4689F815-FD16-4F13-BFA4-B0CF373050E4}"/>
    <dgm:cxn modelId="{8F0E65EF-617A-4079-AB32-498418407248}" type="presOf" srcId="{A2EF4DC0-F6DC-456E-A4AE-A25E11291C0F}" destId="{CE7F5B2C-77C0-4C8E-B955-36DB3F685EF9}" srcOrd="0" destOrd="0" presId="urn:microsoft.com/office/officeart/2018/5/layout/IconCircleLabelList"/>
    <dgm:cxn modelId="{5676D0E8-BDB8-4E19-91B9-61D1E1FF09EC}" type="presParOf" srcId="{35EC6EF6-CC48-4B7A-995A-732A7464413A}" destId="{4957156E-5F56-49F0-8250-68E1D328B98D}" srcOrd="0" destOrd="0" presId="urn:microsoft.com/office/officeart/2018/5/layout/IconCircleLabelList"/>
    <dgm:cxn modelId="{9E968B25-74EB-4A7C-AD5A-6EC2B138534C}" type="presParOf" srcId="{4957156E-5F56-49F0-8250-68E1D328B98D}" destId="{6E5FE25F-3F03-498E-A4AE-B79F46828BEF}" srcOrd="0" destOrd="0" presId="urn:microsoft.com/office/officeart/2018/5/layout/IconCircleLabelList"/>
    <dgm:cxn modelId="{4D535E9B-4468-4A05-B0F3-CBCB1A7A61D6}" type="presParOf" srcId="{4957156E-5F56-49F0-8250-68E1D328B98D}" destId="{0EF9827E-6F18-4D65-8A4A-560DF7C9A7D6}" srcOrd="1" destOrd="0" presId="urn:microsoft.com/office/officeart/2018/5/layout/IconCircleLabelList"/>
    <dgm:cxn modelId="{1FE84F87-E4D4-4D53-8683-01A73434D130}" type="presParOf" srcId="{4957156E-5F56-49F0-8250-68E1D328B98D}" destId="{497470A8-FE9F-47BE-AF55-EBE14344ED86}" srcOrd="2" destOrd="0" presId="urn:microsoft.com/office/officeart/2018/5/layout/IconCircleLabelList"/>
    <dgm:cxn modelId="{32EC1E7A-4CFD-470F-9898-5EA663B0EFB5}" type="presParOf" srcId="{4957156E-5F56-49F0-8250-68E1D328B98D}" destId="{DB156556-5E1E-48C9-9D75-D639BBF1851B}" srcOrd="3" destOrd="0" presId="urn:microsoft.com/office/officeart/2018/5/layout/IconCircleLabelList"/>
    <dgm:cxn modelId="{DA105E30-2DC4-4C32-99E1-5239F1B9D456}" type="presParOf" srcId="{35EC6EF6-CC48-4B7A-995A-732A7464413A}" destId="{27E0483F-3273-47FF-B5B7-653D5A5FF27F}" srcOrd="1" destOrd="0" presId="urn:microsoft.com/office/officeart/2018/5/layout/IconCircleLabelList"/>
    <dgm:cxn modelId="{A11E7658-169C-405E-B99D-AE96EB0ED968}" type="presParOf" srcId="{35EC6EF6-CC48-4B7A-995A-732A7464413A}" destId="{5342F36E-64C8-42AC-AB22-BEC1B6FFC4D6}" srcOrd="2" destOrd="0" presId="urn:microsoft.com/office/officeart/2018/5/layout/IconCircleLabelList"/>
    <dgm:cxn modelId="{0B1B5ED2-32CC-4CDD-8A29-C417FC0EC134}" type="presParOf" srcId="{5342F36E-64C8-42AC-AB22-BEC1B6FFC4D6}" destId="{7E8D3F23-3FFC-46E6-9A33-944867C20D55}" srcOrd="0" destOrd="0" presId="urn:microsoft.com/office/officeart/2018/5/layout/IconCircleLabelList"/>
    <dgm:cxn modelId="{329F1A46-9F28-4374-ADB4-06163013E561}" type="presParOf" srcId="{5342F36E-64C8-42AC-AB22-BEC1B6FFC4D6}" destId="{4ABDAD4E-A1EF-4DD2-AD96-49AE246657BE}" srcOrd="1" destOrd="0" presId="urn:microsoft.com/office/officeart/2018/5/layout/IconCircleLabelList"/>
    <dgm:cxn modelId="{3F534E9E-7E11-455A-887C-D6A19F9EBE5C}" type="presParOf" srcId="{5342F36E-64C8-42AC-AB22-BEC1B6FFC4D6}" destId="{B8B7B106-8C11-486A-B49A-56EEE46B698A}" srcOrd="2" destOrd="0" presId="urn:microsoft.com/office/officeart/2018/5/layout/IconCircleLabelList"/>
    <dgm:cxn modelId="{C6DA8FBD-E2A8-4D8D-88C8-9EF35542B1F5}" type="presParOf" srcId="{5342F36E-64C8-42AC-AB22-BEC1B6FFC4D6}" destId="{CE7F5B2C-77C0-4C8E-B955-36DB3F685EF9}" srcOrd="3" destOrd="0" presId="urn:microsoft.com/office/officeart/2018/5/layout/IconCircleLabelList"/>
    <dgm:cxn modelId="{F7D9BE3A-9973-467E-811C-723D61163B2E}" type="presParOf" srcId="{35EC6EF6-CC48-4B7A-995A-732A7464413A}" destId="{F1B061DC-A29E-403A-9E80-42276F51E706}" srcOrd="3" destOrd="0" presId="urn:microsoft.com/office/officeart/2018/5/layout/IconCircleLabelList"/>
    <dgm:cxn modelId="{5C741E88-8D5F-4422-ADC3-930AC527AF4D}" type="presParOf" srcId="{35EC6EF6-CC48-4B7A-995A-732A7464413A}" destId="{B6527452-9120-4B91-B0D1-5BA2716333CA}" srcOrd="4" destOrd="0" presId="urn:microsoft.com/office/officeart/2018/5/layout/IconCircleLabelList"/>
    <dgm:cxn modelId="{8C5D4CF2-B85C-4918-92E5-DFADE7C480FD}" type="presParOf" srcId="{B6527452-9120-4B91-B0D1-5BA2716333CA}" destId="{79830908-3771-4C04-AD44-31D0EDF754D2}" srcOrd="0" destOrd="0" presId="urn:microsoft.com/office/officeart/2018/5/layout/IconCircleLabelList"/>
    <dgm:cxn modelId="{DD0DE341-3020-42F3-A2E8-FE7FA4EAEB03}" type="presParOf" srcId="{B6527452-9120-4B91-B0D1-5BA2716333CA}" destId="{982EB13C-8296-4136-A8CD-9E269B42B247}" srcOrd="1" destOrd="0" presId="urn:microsoft.com/office/officeart/2018/5/layout/IconCircleLabelList"/>
    <dgm:cxn modelId="{66E01A3A-6498-4A9D-B245-224E7E6A4238}" type="presParOf" srcId="{B6527452-9120-4B91-B0D1-5BA2716333CA}" destId="{AB50A30C-D210-4C25-AB2B-616B6C4558CD}" srcOrd="2" destOrd="0" presId="urn:microsoft.com/office/officeart/2018/5/layout/IconCircleLabelList"/>
    <dgm:cxn modelId="{3EEAECEB-3B40-4CC7-B4F9-44302456EBF2}" type="presParOf" srcId="{B6527452-9120-4B91-B0D1-5BA2716333CA}" destId="{2F002023-C2A0-421E-BFBE-08FDB768DCD2}" srcOrd="3" destOrd="0" presId="urn:microsoft.com/office/officeart/2018/5/layout/IconCircleLabelList"/>
    <dgm:cxn modelId="{A686E02B-8809-410C-974D-956E45BDFA1E}" type="presParOf" srcId="{35EC6EF6-CC48-4B7A-995A-732A7464413A}" destId="{8A11F03E-C9A4-41EB-9423-E28094104123}" srcOrd="5" destOrd="0" presId="urn:microsoft.com/office/officeart/2018/5/layout/IconCircleLabelList"/>
    <dgm:cxn modelId="{F52C7433-F1A6-4632-8C36-8719C2998AA4}" type="presParOf" srcId="{35EC6EF6-CC48-4B7A-995A-732A7464413A}" destId="{96451040-DA29-4AC7-A0DC-FEA321894C9D}" srcOrd="6" destOrd="0" presId="urn:microsoft.com/office/officeart/2018/5/layout/IconCircleLabelList"/>
    <dgm:cxn modelId="{AD7B26BB-4521-4BEA-9F90-74654ADAD72D}" type="presParOf" srcId="{96451040-DA29-4AC7-A0DC-FEA321894C9D}" destId="{FC738A14-0153-4FCC-A8E3-20445B4B568C}" srcOrd="0" destOrd="0" presId="urn:microsoft.com/office/officeart/2018/5/layout/IconCircleLabelList"/>
    <dgm:cxn modelId="{F85B9B82-1FB6-469E-BFAA-3E37558CA2AF}" type="presParOf" srcId="{96451040-DA29-4AC7-A0DC-FEA321894C9D}" destId="{85B1A457-C436-40CA-8994-48EE6C4C9A8B}" srcOrd="1" destOrd="0" presId="urn:microsoft.com/office/officeart/2018/5/layout/IconCircleLabelList"/>
    <dgm:cxn modelId="{7676110A-A406-4B8D-940C-0B8EFB416322}" type="presParOf" srcId="{96451040-DA29-4AC7-A0DC-FEA321894C9D}" destId="{46FFE77A-C31F-4A44-BB8C-7E8D0AE362C0}" srcOrd="2" destOrd="0" presId="urn:microsoft.com/office/officeart/2018/5/layout/IconCircleLabelList"/>
    <dgm:cxn modelId="{91787028-6936-4898-8778-032BE075C38B}" type="presParOf" srcId="{96451040-DA29-4AC7-A0DC-FEA321894C9D}" destId="{A61267CC-872A-49AD-B053-05A4685443B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8B885B-9388-45A6-8E27-30233AC4087E}">
      <dsp:nvSpPr>
        <dsp:cNvPr id="0" name=""/>
        <dsp:cNvSpPr/>
      </dsp:nvSpPr>
      <dsp:spPr>
        <a:xfrm>
          <a:off x="489869" y="333318"/>
          <a:ext cx="1303875" cy="130387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B5FAF3-4FEC-438E-9B84-6FEC6466C749}">
      <dsp:nvSpPr>
        <dsp:cNvPr id="0" name=""/>
        <dsp:cNvSpPr/>
      </dsp:nvSpPr>
      <dsp:spPr>
        <a:xfrm>
          <a:off x="767745" y="611193"/>
          <a:ext cx="748125" cy="748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7882D2-671D-4DBE-863B-8A3983DF4A94}">
      <dsp:nvSpPr>
        <dsp:cNvPr id="0" name=""/>
        <dsp:cNvSpPr/>
      </dsp:nvSpPr>
      <dsp:spPr>
        <a:xfrm>
          <a:off x="73057" y="2043319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Network Security</a:t>
          </a:r>
        </a:p>
      </dsp:txBody>
      <dsp:txXfrm>
        <a:off x="73057" y="2043319"/>
        <a:ext cx="2137500" cy="720000"/>
      </dsp:txXfrm>
    </dsp:sp>
    <dsp:sp modelId="{ACC882B4-680B-4E37-956A-BC4B5358FFE9}">
      <dsp:nvSpPr>
        <dsp:cNvPr id="0" name=""/>
        <dsp:cNvSpPr/>
      </dsp:nvSpPr>
      <dsp:spPr>
        <a:xfrm>
          <a:off x="3001432" y="333318"/>
          <a:ext cx="1303875" cy="130387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CB622A-C536-4093-B1D4-B5CB399BA1CB}">
      <dsp:nvSpPr>
        <dsp:cNvPr id="0" name=""/>
        <dsp:cNvSpPr/>
      </dsp:nvSpPr>
      <dsp:spPr>
        <a:xfrm>
          <a:off x="3279307" y="611193"/>
          <a:ext cx="748125" cy="748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29DD05-7A4C-4223-B6B3-8ADD4B0204CB}">
      <dsp:nvSpPr>
        <dsp:cNvPr id="0" name=""/>
        <dsp:cNvSpPr/>
      </dsp:nvSpPr>
      <dsp:spPr>
        <a:xfrm>
          <a:off x="2584620" y="2043319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Expose Applications</a:t>
          </a:r>
        </a:p>
      </dsp:txBody>
      <dsp:txXfrm>
        <a:off x="2584620" y="2043319"/>
        <a:ext cx="2137500" cy="720000"/>
      </dsp:txXfrm>
    </dsp:sp>
    <dsp:sp modelId="{22BD4BCE-78A1-4A7B-BACA-629D71D692EF}">
      <dsp:nvSpPr>
        <dsp:cNvPr id="0" name=""/>
        <dsp:cNvSpPr/>
      </dsp:nvSpPr>
      <dsp:spPr>
        <a:xfrm>
          <a:off x="5512995" y="333318"/>
          <a:ext cx="1303875" cy="130387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0DADB7-4F96-44E9-8B53-5F360DFF60A1}">
      <dsp:nvSpPr>
        <dsp:cNvPr id="0" name=""/>
        <dsp:cNvSpPr/>
      </dsp:nvSpPr>
      <dsp:spPr>
        <a:xfrm>
          <a:off x="5790870" y="611193"/>
          <a:ext cx="748125" cy="748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49B5DC-73FB-4509-9C68-24CB18FC1DA2}">
      <dsp:nvSpPr>
        <dsp:cNvPr id="0" name=""/>
        <dsp:cNvSpPr/>
      </dsp:nvSpPr>
      <dsp:spPr>
        <a:xfrm>
          <a:off x="5096182" y="2043319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Developer Self-Service</a:t>
          </a:r>
        </a:p>
      </dsp:txBody>
      <dsp:txXfrm>
        <a:off x="5096182" y="2043319"/>
        <a:ext cx="21375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AFFAB7-04DB-4D52-A567-9B199E166A7F}">
      <dsp:nvSpPr>
        <dsp:cNvPr id="0" name=""/>
        <dsp:cNvSpPr/>
      </dsp:nvSpPr>
      <dsp:spPr>
        <a:xfrm>
          <a:off x="446197" y="741394"/>
          <a:ext cx="726152" cy="7261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BDE9D7-6229-4E3F-B2B9-C109852E553D}">
      <dsp:nvSpPr>
        <dsp:cNvPr id="0" name=""/>
        <dsp:cNvSpPr/>
      </dsp:nvSpPr>
      <dsp:spPr>
        <a:xfrm>
          <a:off x="2437" y="1709774"/>
          <a:ext cx="1613671" cy="64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Network Security</a:t>
          </a:r>
        </a:p>
      </dsp:txBody>
      <dsp:txXfrm>
        <a:off x="2437" y="1709774"/>
        <a:ext cx="1613671" cy="645468"/>
      </dsp:txXfrm>
    </dsp:sp>
    <dsp:sp modelId="{75220B73-64B6-409A-90A1-1BCE7351D56F}">
      <dsp:nvSpPr>
        <dsp:cNvPr id="0" name=""/>
        <dsp:cNvSpPr/>
      </dsp:nvSpPr>
      <dsp:spPr>
        <a:xfrm>
          <a:off x="2342261" y="741394"/>
          <a:ext cx="726152" cy="7261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A91736-D2C4-4947-9EC1-83E6E7AF041F}">
      <dsp:nvSpPr>
        <dsp:cNvPr id="0" name=""/>
        <dsp:cNvSpPr/>
      </dsp:nvSpPr>
      <dsp:spPr>
        <a:xfrm>
          <a:off x="1898501" y="1709774"/>
          <a:ext cx="1613671" cy="64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Expose Non-HTTP Apps</a:t>
          </a:r>
        </a:p>
      </dsp:txBody>
      <dsp:txXfrm>
        <a:off x="1898501" y="1709774"/>
        <a:ext cx="1613671" cy="645468"/>
      </dsp:txXfrm>
    </dsp:sp>
    <dsp:sp modelId="{E76687F0-92C6-4F4E-9FAA-9FBA80E9E100}">
      <dsp:nvSpPr>
        <dsp:cNvPr id="0" name=""/>
        <dsp:cNvSpPr/>
      </dsp:nvSpPr>
      <dsp:spPr>
        <a:xfrm>
          <a:off x="4238326" y="741394"/>
          <a:ext cx="726152" cy="7261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C1FD25-9D34-400A-88EA-8C4E7D5D6032}">
      <dsp:nvSpPr>
        <dsp:cNvPr id="0" name=""/>
        <dsp:cNvSpPr/>
      </dsp:nvSpPr>
      <dsp:spPr>
        <a:xfrm>
          <a:off x="3794566" y="1709774"/>
          <a:ext cx="1613671" cy="64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Developer Self-Service</a:t>
          </a:r>
        </a:p>
      </dsp:txBody>
      <dsp:txXfrm>
        <a:off x="3794566" y="1709774"/>
        <a:ext cx="1613671" cy="645468"/>
      </dsp:txXfrm>
    </dsp:sp>
    <dsp:sp modelId="{A8D9F56C-DA62-4185-B41A-06EF237C65BF}">
      <dsp:nvSpPr>
        <dsp:cNvPr id="0" name=""/>
        <dsp:cNvSpPr/>
      </dsp:nvSpPr>
      <dsp:spPr>
        <a:xfrm>
          <a:off x="6134390" y="741394"/>
          <a:ext cx="726152" cy="7261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12330D-C09D-4788-8E07-38BD285DC656}">
      <dsp:nvSpPr>
        <dsp:cNvPr id="0" name=""/>
        <dsp:cNvSpPr/>
      </dsp:nvSpPr>
      <dsp:spPr>
        <a:xfrm>
          <a:off x="5690630" y="1709774"/>
          <a:ext cx="1613671" cy="64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Hands-on Labs</a:t>
          </a:r>
        </a:p>
      </dsp:txBody>
      <dsp:txXfrm>
        <a:off x="5690630" y="1709774"/>
        <a:ext cx="1613671" cy="6454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F3D5F9-E969-4404-AB79-423B87882116}">
      <dsp:nvSpPr>
        <dsp:cNvPr id="0" name=""/>
        <dsp:cNvSpPr/>
      </dsp:nvSpPr>
      <dsp:spPr>
        <a:xfrm>
          <a:off x="975166" y="252155"/>
          <a:ext cx="1483312" cy="14833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FDA9A8-0596-4533-A8EE-8540DB2AF34D}">
      <dsp:nvSpPr>
        <dsp:cNvPr id="0" name=""/>
        <dsp:cNvSpPr/>
      </dsp:nvSpPr>
      <dsp:spPr>
        <a:xfrm>
          <a:off x="68698" y="2124482"/>
          <a:ext cx="329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Pods communicate freely by default</a:t>
          </a:r>
        </a:p>
      </dsp:txBody>
      <dsp:txXfrm>
        <a:off x="68698" y="2124482"/>
        <a:ext cx="3296250" cy="720000"/>
      </dsp:txXfrm>
    </dsp:sp>
    <dsp:sp modelId="{AC8F8428-44DD-48FF-929F-3C0FA7418261}">
      <dsp:nvSpPr>
        <dsp:cNvPr id="0" name=""/>
        <dsp:cNvSpPr/>
      </dsp:nvSpPr>
      <dsp:spPr>
        <a:xfrm>
          <a:off x="4848260" y="252155"/>
          <a:ext cx="1483312" cy="14833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2FC55C-203F-4D46-8A04-579A7692D628}">
      <dsp:nvSpPr>
        <dsp:cNvPr id="0" name=""/>
        <dsp:cNvSpPr/>
      </dsp:nvSpPr>
      <dsp:spPr>
        <a:xfrm>
          <a:off x="3941791" y="2124482"/>
          <a:ext cx="329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Need TLS + Network Policies</a:t>
          </a:r>
        </a:p>
      </dsp:txBody>
      <dsp:txXfrm>
        <a:off x="3941791" y="2124482"/>
        <a:ext cx="329625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770890-95F6-44A4-B614-349EC61A9205}">
      <dsp:nvSpPr>
        <dsp:cNvPr id="0" name=""/>
        <dsp:cNvSpPr/>
      </dsp:nvSpPr>
      <dsp:spPr>
        <a:xfrm>
          <a:off x="1761" y="722163"/>
          <a:ext cx="3304623" cy="165231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Route based access</a:t>
          </a:r>
        </a:p>
      </dsp:txBody>
      <dsp:txXfrm>
        <a:off x="1761" y="722163"/>
        <a:ext cx="3304623" cy="1652311"/>
      </dsp:txXfrm>
    </dsp:sp>
    <dsp:sp modelId="{4ABBDB04-0D99-46D6-A0E6-3EBA61F80615}">
      <dsp:nvSpPr>
        <dsp:cNvPr id="0" name=""/>
        <dsp:cNvSpPr/>
      </dsp:nvSpPr>
      <dsp:spPr>
        <a:xfrm>
          <a:off x="4000355" y="722163"/>
          <a:ext cx="3304623" cy="165231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Edge / Passthrough / Re-encrypt</a:t>
          </a:r>
        </a:p>
      </dsp:txBody>
      <dsp:txXfrm>
        <a:off x="4000355" y="722163"/>
        <a:ext cx="3304623" cy="165231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177F6C-809E-4D73-B052-803330B2133A}">
      <dsp:nvSpPr>
        <dsp:cNvPr id="0" name=""/>
        <dsp:cNvSpPr/>
      </dsp:nvSpPr>
      <dsp:spPr>
        <a:xfrm>
          <a:off x="0" y="0"/>
          <a:ext cx="2283356" cy="309663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8019" tIns="330200" rIns="17801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Create app</a:t>
          </a:r>
        </a:p>
      </dsp:txBody>
      <dsp:txXfrm>
        <a:off x="0" y="1176722"/>
        <a:ext cx="2283356" cy="1857982"/>
      </dsp:txXfrm>
    </dsp:sp>
    <dsp:sp modelId="{B3B96E72-7A0D-4819-88FF-5B8AA0F105AC}">
      <dsp:nvSpPr>
        <dsp:cNvPr id="0" name=""/>
        <dsp:cNvSpPr/>
      </dsp:nvSpPr>
      <dsp:spPr>
        <a:xfrm>
          <a:off x="677182" y="309663"/>
          <a:ext cx="928991" cy="92899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428" tIns="12700" rIns="72428" bIns="1270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1</a:t>
          </a:r>
        </a:p>
      </dsp:txBody>
      <dsp:txXfrm>
        <a:off x="813230" y="445711"/>
        <a:ext cx="656895" cy="656895"/>
      </dsp:txXfrm>
    </dsp:sp>
    <dsp:sp modelId="{7B02357E-A634-4028-B322-B89B05268431}">
      <dsp:nvSpPr>
        <dsp:cNvPr id="0" name=""/>
        <dsp:cNvSpPr/>
      </dsp:nvSpPr>
      <dsp:spPr>
        <a:xfrm>
          <a:off x="0" y="3096566"/>
          <a:ext cx="2283356" cy="72"/>
        </a:xfrm>
        <a:prstGeom prst="rect">
          <a:avLst/>
        </a:prstGeom>
        <a:solidFill>
          <a:schemeClr val="accent2">
            <a:hueOff val="-718792"/>
            <a:satOff val="4944"/>
            <a:lumOff val="549"/>
            <a:alphaOff val="0"/>
          </a:schemeClr>
        </a:solidFill>
        <a:ln w="15875" cap="rnd" cmpd="sng" algn="ctr">
          <a:solidFill>
            <a:schemeClr val="accent2">
              <a:hueOff val="-718792"/>
              <a:satOff val="4944"/>
              <a:lumOff val="54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17E00F-8550-4A8A-91C3-50944E70E6F2}">
      <dsp:nvSpPr>
        <dsp:cNvPr id="0" name=""/>
        <dsp:cNvSpPr/>
      </dsp:nvSpPr>
      <dsp:spPr>
        <a:xfrm>
          <a:off x="2511691" y="0"/>
          <a:ext cx="2283356" cy="3096638"/>
        </a:xfrm>
        <a:prstGeom prst="rect">
          <a:avLst/>
        </a:prstGeom>
        <a:solidFill>
          <a:schemeClr val="accent2">
            <a:tint val="40000"/>
            <a:alpha val="90000"/>
            <a:hueOff val="-2262220"/>
            <a:satOff val="12987"/>
            <a:lumOff val="857"/>
            <a:alphaOff val="0"/>
          </a:schemeClr>
        </a:solidFill>
        <a:ln w="15875" cap="rnd" cmpd="sng" algn="ctr">
          <a:solidFill>
            <a:schemeClr val="accent2">
              <a:tint val="40000"/>
              <a:alpha val="90000"/>
              <a:hueOff val="-2262220"/>
              <a:satOff val="12987"/>
              <a:lumOff val="85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8019" tIns="330200" rIns="17801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Expose route</a:t>
          </a:r>
        </a:p>
      </dsp:txBody>
      <dsp:txXfrm>
        <a:off x="2511691" y="1176722"/>
        <a:ext cx="2283356" cy="1857982"/>
      </dsp:txXfrm>
    </dsp:sp>
    <dsp:sp modelId="{2BF85246-6238-4A3B-97D8-E11BB43F5C7C}">
      <dsp:nvSpPr>
        <dsp:cNvPr id="0" name=""/>
        <dsp:cNvSpPr/>
      </dsp:nvSpPr>
      <dsp:spPr>
        <a:xfrm>
          <a:off x="3188874" y="309663"/>
          <a:ext cx="928991" cy="928991"/>
        </a:xfrm>
        <a:prstGeom prst="ellipse">
          <a:avLst/>
        </a:prstGeom>
        <a:solidFill>
          <a:schemeClr val="accent2">
            <a:hueOff val="-1437584"/>
            <a:satOff val="9889"/>
            <a:lumOff val="1098"/>
            <a:alphaOff val="0"/>
          </a:schemeClr>
        </a:solidFill>
        <a:ln w="15875" cap="rnd" cmpd="sng" algn="ctr">
          <a:solidFill>
            <a:schemeClr val="accent2">
              <a:hueOff val="-1437584"/>
              <a:satOff val="9889"/>
              <a:lumOff val="109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428" tIns="12700" rIns="72428" bIns="1270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2</a:t>
          </a:r>
        </a:p>
      </dsp:txBody>
      <dsp:txXfrm>
        <a:off x="3324922" y="445711"/>
        <a:ext cx="656895" cy="656895"/>
      </dsp:txXfrm>
    </dsp:sp>
    <dsp:sp modelId="{71BFA3BD-338B-490B-8B3A-DC73055F8C9C}">
      <dsp:nvSpPr>
        <dsp:cNvPr id="0" name=""/>
        <dsp:cNvSpPr/>
      </dsp:nvSpPr>
      <dsp:spPr>
        <a:xfrm>
          <a:off x="2511691" y="3096566"/>
          <a:ext cx="2283356" cy="72"/>
        </a:xfrm>
        <a:prstGeom prst="rect">
          <a:avLst/>
        </a:prstGeom>
        <a:solidFill>
          <a:schemeClr val="accent2">
            <a:hueOff val="-2156377"/>
            <a:satOff val="14833"/>
            <a:lumOff val="1646"/>
            <a:alphaOff val="0"/>
          </a:schemeClr>
        </a:solidFill>
        <a:ln w="15875" cap="rnd" cmpd="sng" algn="ctr">
          <a:solidFill>
            <a:schemeClr val="accent2">
              <a:hueOff val="-2156377"/>
              <a:satOff val="14833"/>
              <a:lumOff val="164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5B0E69-20DB-464B-9681-55857A7112B0}">
      <dsp:nvSpPr>
        <dsp:cNvPr id="0" name=""/>
        <dsp:cNvSpPr/>
      </dsp:nvSpPr>
      <dsp:spPr>
        <a:xfrm>
          <a:off x="5023383" y="0"/>
          <a:ext cx="2283356" cy="3096638"/>
        </a:xfrm>
        <a:prstGeom prst="rect">
          <a:avLst/>
        </a:prstGeom>
        <a:solidFill>
          <a:schemeClr val="accent2">
            <a:tint val="40000"/>
            <a:alpha val="90000"/>
            <a:hueOff val="-4524440"/>
            <a:satOff val="25974"/>
            <a:lumOff val="1714"/>
            <a:alphaOff val="0"/>
          </a:schemeClr>
        </a:solidFill>
        <a:ln w="15875" cap="rnd" cmpd="sng" algn="ctr">
          <a:solidFill>
            <a:schemeClr val="accent2">
              <a:tint val="40000"/>
              <a:alpha val="90000"/>
              <a:hueOff val="-4524440"/>
              <a:satOff val="25974"/>
              <a:lumOff val="17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8019" tIns="330200" rIns="17801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Enable TLS edge termination</a:t>
          </a:r>
        </a:p>
      </dsp:txBody>
      <dsp:txXfrm>
        <a:off x="5023383" y="1176722"/>
        <a:ext cx="2283356" cy="1857982"/>
      </dsp:txXfrm>
    </dsp:sp>
    <dsp:sp modelId="{80C440BF-CFE5-4835-B49F-73AD210C25CA}">
      <dsp:nvSpPr>
        <dsp:cNvPr id="0" name=""/>
        <dsp:cNvSpPr/>
      </dsp:nvSpPr>
      <dsp:spPr>
        <a:xfrm>
          <a:off x="5700566" y="309663"/>
          <a:ext cx="928991" cy="928991"/>
        </a:xfrm>
        <a:prstGeom prst="ellipse">
          <a:avLst/>
        </a:prstGeom>
        <a:solidFill>
          <a:schemeClr val="accent2">
            <a:hueOff val="-2875169"/>
            <a:satOff val="19778"/>
            <a:lumOff val="2195"/>
            <a:alphaOff val="0"/>
          </a:schemeClr>
        </a:solidFill>
        <a:ln w="15875" cap="rnd" cmpd="sng" algn="ctr">
          <a:solidFill>
            <a:schemeClr val="accent2">
              <a:hueOff val="-2875169"/>
              <a:satOff val="19778"/>
              <a:lumOff val="219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428" tIns="12700" rIns="72428" bIns="1270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3</a:t>
          </a:r>
        </a:p>
      </dsp:txBody>
      <dsp:txXfrm>
        <a:off x="5836614" y="445711"/>
        <a:ext cx="656895" cy="656895"/>
      </dsp:txXfrm>
    </dsp:sp>
    <dsp:sp modelId="{B18DE025-C05B-4766-B583-D05E3CB8A246}">
      <dsp:nvSpPr>
        <dsp:cNvPr id="0" name=""/>
        <dsp:cNvSpPr/>
      </dsp:nvSpPr>
      <dsp:spPr>
        <a:xfrm>
          <a:off x="5023383" y="3096566"/>
          <a:ext cx="2283356" cy="72"/>
        </a:xfrm>
        <a:prstGeom prst="rect">
          <a:avLst/>
        </a:prstGeom>
        <a:solidFill>
          <a:schemeClr val="accent2">
            <a:hueOff val="-3593961"/>
            <a:satOff val="24722"/>
            <a:lumOff val="2744"/>
            <a:alphaOff val="0"/>
          </a:schemeClr>
        </a:solidFill>
        <a:ln w="15875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489063-EB99-4240-BD22-2B4FE851474D}">
      <dsp:nvSpPr>
        <dsp:cNvPr id="0" name=""/>
        <dsp:cNvSpPr/>
      </dsp:nvSpPr>
      <dsp:spPr>
        <a:xfrm>
          <a:off x="1548400" y="1166"/>
          <a:ext cx="4209938" cy="128403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Default allow all</a:t>
          </a:r>
        </a:p>
      </dsp:txBody>
      <dsp:txXfrm>
        <a:off x="1548400" y="1166"/>
        <a:ext cx="4209938" cy="1284031"/>
      </dsp:txXfrm>
    </dsp:sp>
    <dsp:sp modelId="{8CF3FD7E-A0F3-43B6-9AA8-26F487E1BB86}">
      <dsp:nvSpPr>
        <dsp:cNvPr id="0" name=""/>
        <dsp:cNvSpPr/>
      </dsp:nvSpPr>
      <dsp:spPr>
        <a:xfrm>
          <a:off x="1548400" y="1811440"/>
          <a:ext cx="4209938" cy="128403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Use policies to restrict traffic</a:t>
          </a:r>
        </a:p>
      </dsp:txBody>
      <dsp:txXfrm>
        <a:off x="1548400" y="1811440"/>
        <a:ext cx="4209938" cy="128403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5C775E-D25C-466E-A3B1-B30472685C04}">
      <dsp:nvSpPr>
        <dsp:cNvPr id="0" name=""/>
        <dsp:cNvSpPr/>
      </dsp:nvSpPr>
      <dsp:spPr>
        <a:xfrm>
          <a:off x="891" y="736657"/>
          <a:ext cx="3246647" cy="162332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43180" rIns="6477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Routes only support HTTP/HTTPS</a:t>
          </a:r>
        </a:p>
      </dsp:txBody>
      <dsp:txXfrm>
        <a:off x="48437" y="784203"/>
        <a:ext cx="3151555" cy="1528231"/>
      </dsp:txXfrm>
    </dsp:sp>
    <dsp:sp modelId="{6B31B1F4-4887-4951-9E2E-55B03059C212}">
      <dsp:nvSpPr>
        <dsp:cNvPr id="0" name=""/>
        <dsp:cNvSpPr/>
      </dsp:nvSpPr>
      <dsp:spPr>
        <a:xfrm>
          <a:off x="4059200" y="736657"/>
          <a:ext cx="3246647" cy="1623323"/>
        </a:xfrm>
        <a:prstGeom prst="roundRect">
          <a:avLst>
            <a:gd name="adj" fmla="val 10000"/>
          </a:avLst>
        </a:prstGeom>
        <a:solidFill>
          <a:schemeClr val="accent5">
            <a:hueOff val="-3715622"/>
            <a:satOff val="3658"/>
            <a:lumOff val="8236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43180" rIns="6477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Need LB or NodePort</a:t>
          </a:r>
        </a:p>
      </dsp:txBody>
      <dsp:txXfrm>
        <a:off x="4106746" y="784203"/>
        <a:ext cx="3151555" cy="152823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B7C2AB-B127-47D5-8E0C-7FDAD0FC1D8D}">
      <dsp:nvSpPr>
        <dsp:cNvPr id="0" name=""/>
        <dsp:cNvSpPr/>
      </dsp:nvSpPr>
      <dsp:spPr>
        <a:xfrm>
          <a:off x="1042807" y="18318"/>
          <a:ext cx="1784250" cy="178425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5FBED2-55D8-4A9B-B93A-F2A54917253B}">
      <dsp:nvSpPr>
        <dsp:cNvPr id="0" name=""/>
        <dsp:cNvSpPr/>
      </dsp:nvSpPr>
      <dsp:spPr>
        <a:xfrm>
          <a:off x="1423057" y="398568"/>
          <a:ext cx="1023750" cy="10237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999D3C-7A5E-4018-B6DB-BEB67EBDB2AD}">
      <dsp:nvSpPr>
        <dsp:cNvPr id="0" name=""/>
        <dsp:cNvSpPr/>
      </dsp:nvSpPr>
      <dsp:spPr>
        <a:xfrm>
          <a:off x="472432" y="2358319"/>
          <a:ext cx="29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Expose TCP apps externally</a:t>
          </a:r>
        </a:p>
      </dsp:txBody>
      <dsp:txXfrm>
        <a:off x="472432" y="2358319"/>
        <a:ext cx="2925000" cy="720000"/>
      </dsp:txXfrm>
    </dsp:sp>
    <dsp:sp modelId="{EC80C913-C761-4184-B5FE-B3CF372C051E}">
      <dsp:nvSpPr>
        <dsp:cNvPr id="0" name=""/>
        <dsp:cNvSpPr/>
      </dsp:nvSpPr>
      <dsp:spPr>
        <a:xfrm>
          <a:off x="4479682" y="18318"/>
          <a:ext cx="1784250" cy="178425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7766DD-8886-45BB-956A-F490B73D0356}">
      <dsp:nvSpPr>
        <dsp:cNvPr id="0" name=""/>
        <dsp:cNvSpPr/>
      </dsp:nvSpPr>
      <dsp:spPr>
        <a:xfrm>
          <a:off x="4859932" y="398568"/>
          <a:ext cx="1023750" cy="10237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349606-5B7C-4293-AA8A-8EBE287721A3}">
      <dsp:nvSpPr>
        <dsp:cNvPr id="0" name=""/>
        <dsp:cNvSpPr/>
      </dsp:nvSpPr>
      <dsp:spPr>
        <a:xfrm>
          <a:off x="3909307" y="2358319"/>
          <a:ext cx="29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Cloud-based IP</a:t>
          </a:r>
        </a:p>
      </dsp:txBody>
      <dsp:txXfrm>
        <a:off x="3909307" y="2358319"/>
        <a:ext cx="2925000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3FB94F-04AA-4A5D-9493-96D686759B77}">
      <dsp:nvSpPr>
        <dsp:cNvPr id="0" name=""/>
        <dsp:cNvSpPr/>
      </dsp:nvSpPr>
      <dsp:spPr>
        <a:xfrm>
          <a:off x="1042807" y="18318"/>
          <a:ext cx="1784250" cy="178425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5F2C94-2BEC-417F-AC01-A99125E4E057}">
      <dsp:nvSpPr>
        <dsp:cNvPr id="0" name=""/>
        <dsp:cNvSpPr/>
      </dsp:nvSpPr>
      <dsp:spPr>
        <a:xfrm>
          <a:off x="1423057" y="398568"/>
          <a:ext cx="1023750" cy="10237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6AFC09-826A-436C-9446-A50FDB3D921B}">
      <dsp:nvSpPr>
        <dsp:cNvPr id="0" name=""/>
        <dsp:cNvSpPr/>
      </dsp:nvSpPr>
      <dsp:spPr>
        <a:xfrm>
          <a:off x="472432" y="2358319"/>
          <a:ext cx="29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Access via NodeIP:Port</a:t>
          </a:r>
        </a:p>
      </dsp:txBody>
      <dsp:txXfrm>
        <a:off x="472432" y="2358319"/>
        <a:ext cx="2925000" cy="720000"/>
      </dsp:txXfrm>
    </dsp:sp>
    <dsp:sp modelId="{BDC5BA8C-9447-4D1E-8DB1-B92A82B35251}">
      <dsp:nvSpPr>
        <dsp:cNvPr id="0" name=""/>
        <dsp:cNvSpPr/>
      </dsp:nvSpPr>
      <dsp:spPr>
        <a:xfrm>
          <a:off x="4479682" y="18318"/>
          <a:ext cx="1784250" cy="178425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976CAD-F9F7-4C0B-9548-E6D5B35D1AD3}">
      <dsp:nvSpPr>
        <dsp:cNvPr id="0" name=""/>
        <dsp:cNvSpPr/>
      </dsp:nvSpPr>
      <dsp:spPr>
        <a:xfrm>
          <a:off x="4859932" y="398568"/>
          <a:ext cx="1023750" cy="10237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B3F0A6-3389-4784-BECF-A3E802BD4531}">
      <dsp:nvSpPr>
        <dsp:cNvPr id="0" name=""/>
        <dsp:cNvSpPr/>
      </dsp:nvSpPr>
      <dsp:spPr>
        <a:xfrm>
          <a:off x="3909307" y="2358319"/>
          <a:ext cx="29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Simple but less secure</a:t>
          </a:r>
        </a:p>
      </dsp:txBody>
      <dsp:txXfrm>
        <a:off x="3909307" y="2358319"/>
        <a:ext cx="2925000" cy="7200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2F5502-E61F-4392-8705-C668E9432428}">
      <dsp:nvSpPr>
        <dsp:cNvPr id="0" name=""/>
        <dsp:cNvSpPr/>
      </dsp:nvSpPr>
      <dsp:spPr>
        <a:xfrm>
          <a:off x="1042807" y="18318"/>
          <a:ext cx="1784250" cy="178425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2A89D1-D4DE-48A6-A748-2476388D1F08}">
      <dsp:nvSpPr>
        <dsp:cNvPr id="0" name=""/>
        <dsp:cNvSpPr/>
      </dsp:nvSpPr>
      <dsp:spPr>
        <a:xfrm>
          <a:off x="1423057" y="398568"/>
          <a:ext cx="1023750" cy="10237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62A368-5648-4D23-94AB-1F25E5FD3C0A}">
      <dsp:nvSpPr>
        <dsp:cNvPr id="0" name=""/>
        <dsp:cNvSpPr/>
      </dsp:nvSpPr>
      <dsp:spPr>
        <a:xfrm>
          <a:off x="472432" y="2358319"/>
          <a:ext cx="29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Multiple network interfaces</a:t>
          </a:r>
        </a:p>
      </dsp:txBody>
      <dsp:txXfrm>
        <a:off x="472432" y="2358319"/>
        <a:ext cx="2925000" cy="720000"/>
      </dsp:txXfrm>
    </dsp:sp>
    <dsp:sp modelId="{B1DB349B-0C97-490D-82F8-99BBD1FD3FA2}">
      <dsp:nvSpPr>
        <dsp:cNvPr id="0" name=""/>
        <dsp:cNvSpPr/>
      </dsp:nvSpPr>
      <dsp:spPr>
        <a:xfrm>
          <a:off x="4479682" y="18318"/>
          <a:ext cx="1784250" cy="178425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6E2397-9E5A-44E5-A593-E606093BFD04}">
      <dsp:nvSpPr>
        <dsp:cNvPr id="0" name=""/>
        <dsp:cNvSpPr/>
      </dsp:nvSpPr>
      <dsp:spPr>
        <a:xfrm>
          <a:off x="4859932" y="398568"/>
          <a:ext cx="1023750" cy="10237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DFDDCE-4602-41D2-A7B7-2FA83FEB6D7C}">
      <dsp:nvSpPr>
        <dsp:cNvPr id="0" name=""/>
        <dsp:cNvSpPr/>
      </dsp:nvSpPr>
      <dsp:spPr>
        <a:xfrm>
          <a:off x="3909307" y="2358319"/>
          <a:ext cx="29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Advanced use cases</a:t>
          </a:r>
        </a:p>
      </dsp:txBody>
      <dsp:txXfrm>
        <a:off x="3909307" y="2358319"/>
        <a:ext cx="2925000" cy="72000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8D3124-4572-4E5E-8CE9-B55C6F67CA17}">
      <dsp:nvSpPr>
        <dsp:cNvPr id="0" name=""/>
        <dsp:cNvSpPr/>
      </dsp:nvSpPr>
      <dsp:spPr>
        <a:xfrm>
          <a:off x="1042807" y="18318"/>
          <a:ext cx="1784250" cy="178425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5FA491-D253-47ED-A163-1014CB836934}">
      <dsp:nvSpPr>
        <dsp:cNvPr id="0" name=""/>
        <dsp:cNvSpPr/>
      </dsp:nvSpPr>
      <dsp:spPr>
        <a:xfrm>
          <a:off x="1423057" y="398568"/>
          <a:ext cx="1023750" cy="10237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01D4C6-0809-48FA-9BBC-F0ADF80E9AC0}">
      <dsp:nvSpPr>
        <dsp:cNvPr id="0" name=""/>
        <dsp:cNvSpPr/>
      </dsp:nvSpPr>
      <dsp:spPr>
        <a:xfrm>
          <a:off x="472432" y="2358319"/>
          <a:ext cx="29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Developers need access</a:t>
          </a:r>
        </a:p>
      </dsp:txBody>
      <dsp:txXfrm>
        <a:off x="472432" y="2358319"/>
        <a:ext cx="2925000" cy="720000"/>
      </dsp:txXfrm>
    </dsp:sp>
    <dsp:sp modelId="{D0E8726F-4718-47B9-B5BD-86E4E26BEE6C}">
      <dsp:nvSpPr>
        <dsp:cNvPr id="0" name=""/>
        <dsp:cNvSpPr/>
      </dsp:nvSpPr>
      <dsp:spPr>
        <a:xfrm>
          <a:off x="4479682" y="18318"/>
          <a:ext cx="1784250" cy="178425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076E0D-39C9-4113-A6C4-CC1348D54C32}">
      <dsp:nvSpPr>
        <dsp:cNvPr id="0" name=""/>
        <dsp:cNvSpPr/>
      </dsp:nvSpPr>
      <dsp:spPr>
        <a:xfrm>
          <a:off x="4859932" y="398568"/>
          <a:ext cx="1023750" cy="10237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65610D-0963-420C-9DAD-63172A96764F}">
      <dsp:nvSpPr>
        <dsp:cNvPr id="0" name=""/>
        <dsp:cNvSpPr/>
      </dsp:nvSpPr>
      <dsp:spPr>
        <a:xfrm>
          <a:off x="3909307" y="2358319"/>
          <a:ext cx="29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Control usage</a:t>
          </a:r>
        </a:p>
      </dsp:txBody>
      <dsp:txXfrm>
        <a:off x="3909307" y="2358319"/>
        <a:ext cx="2925000" cy="72000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DAC2E5-E074-42F2-95AB-B4E6D645E8BC}">
      <dsp:nvSpPr>
        <dsp:cNvPr id="0" name=""/>
        <dsp:cNvSpPr/>
      </dsp:nvSpPr>
      <dsp:spPr>
        <a:xfrm>
          <a:off x="1042807" y="18318"/>
          <a:ext cx="1784250" cy="178425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9006D9-25E8-4782-82D8-5F501B00B4E3}">
      <dsp:nvSpPr>
        <dsp:cNvPr id="0" name=""/>
        <dsp:cNvSpPr/>
      </dsp:nvSpPr>
      <dsp:spPr>
        <a:xfrm>
          <a:off x="1423057" y="398568"/>
          <a:ext cx="1023750" cy="10237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2397AD-B758-44FB-8FCA-0500F4E7838A}">
      <dsp:nvSpPr>
        <dsp:cNvPr id="0" name=""/>
        <dsp:cNvSpPr/>
      </dsp:nvSpPr>
      <dsp:spPr>
        <a:xfrm>
          <a:off x="472432" y="2358319"/>
          <a:ext cx="29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700" kern="1200"/>
            <a:t>Apply quota</a:t>
          </a:r>
        </a:p>
      </dsp:txBody>
      <dsp:txXfrm>
        <a:off x="472432" y="2358319"/>
        <a:ext cx="2925000" cy="720000"/>
      </dsp:txXfrm>
    </dsp:sp>
    <dsp:sp modelId="{3E0BD148-22EF-4ECD-87E8-8C504661E3D7}">
      <dsp:nvSpPr>
        <dsp:cNvPr id="0" name=""/>
        <dsp:cNvSpPr/>
      </dsp:nvSpPr>
      <dsp:spPr>
        <a:xfrm>
          <a:off x="4479682" y="18318"/>
          <a:ext cx="1784250" cy="178425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892FD5-F6D6-4B6F-A958-CC94743520A5}">
      <dsp:nvSpPr>
        <dsp:cNvPr id="0" name=""/>
        <dsp:cNvSpPr/>
      </dsp:nvSpPr>
      <dsp:spPr>
        <a:xfrm>
          <a:off x="4859932" y="398568"/>
          <a:ext cx="1023750" cy="10237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58F5A8-013C-48FD-B5DA-AEA5B9276030}">
      <dsp:nvSpPr>
        <dsp:cNvPr id="0" name=""/>
        <dsp:cNvSpPr/>
      </dsp:nvSpPr>
      <dsp:spPr>
        <a:xfrm>
          <a:off x="3909307" y="2358319"/>
          <a:ext cx="29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700" kern="1200"/>
            <a:t>Test limits</a:t>
          </a:r>
        </a:p>
      </dsp:txBody>
      <dsp:txXfrm>
        <a:off x="3909307" y="2358319"/>
        <a:ext cx="2925000" cy="72000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5FE25F-3F03-498E-A4AE-B79F46828BEF}">
      <dsp:nvSpPr>
        <dsp:cNvPr id="0" name=""/>
        <dsp:cNvSpPr/>
      </dsp:nvSpPr>
      <dsp:spPr>
        <a:xfrm>
          <a:off x="317103" y="580115"/>
          <a:ext cx="984339" cy="9843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F9827E-6F18-4D65-8A4A-560DF7C9A7D6}">
      <dsp:nvSpPr>
        <dsp:cNvPr id="0" name=""/>
        <dsp:cNvSpPr/>
      </dsp:nvSpPr>
      <dsp:spPr>
        <a:xfrm>
          <a:off x="526880" y="789893"/>
          <a:ext cx="564785" cy="56478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156556-5E1E-48C9-9D75-D639BBF1851B}">
      <dsp:nvSpPr>
        <dsp:cNvPr id="0" name=""/>
        <dsp:cNvSpPr/>
      </dsp:nvSpPr>
      <dsp:spPr>
        <a:xfrm>
          <a:off x="2437" y="1871053"/>
          <a:ext cx="1613671" cy="64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Apply quota</a:t>
          </a:r>
        </a:p>
      </dsp:txBody>
      <dsp:txXfrm>
        <a:off x="2437" y="1871053"/>
        <a:ext cx="1613671" cy="645468"/>
      </dsp:txXfrm>
    </dsp:sp>
    <dsp:sp modelId="{7E8D3F23-3FFC-46E6-9A33-944867C20D55}">
      <dsp:nvSpPr>
        <dsp:cNvPr id="0" name=""/>
        <dsp:cNvSpPr/>
      </dsp:nvSpPr>
      <dsp:spPr>
        <a:xfrm>
          <a:off x="2213167" y="580115"/>
          <a:ext cx="984339" cy="98433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BDAD4E-A1EF-4DD2-AD96-49AE246657BE}">
      <dsp:nvSpPr>
        <dsp:cNvPr id="0" name=""/>
        <dsp:cNvSpPr/>
      </dsp:nvSpPr>
      <dsp:spPr>
        <a:xfrm>
          <a:off x="2422945" y="789893"/>
          <a:ext cx="564785" cy="56478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7F5B2C-77C0-4C8E-B955-36DB3F685EF9}">
      <dsp:nvSpPr>
        <dsp:cNvPr id="0" name=""/>
        <dsp:cNvSpPr/>
      </dsp:nvSpPr>
      <dsp:spPr>
        <a:xfrm>
          <a:off x="1898501" y="1871053"/>
          <a:ext cx="1613671" cy="64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Deploy app</a:t>
          </a:r>
        </a:p>
      </dsp:txBody>
      <dsp:txXfrm>
        <a:off x="1898501" y="1871053"/>
        <a:ext cx="1613671" cy="645468"/>
      </dsp:txXfrm>
    </dsp:sp>
    <dsp:sp modelId="{79830908-3771-4C04-AD44-31D0EDF754D2}">
      <dsp:nvSpPr>
        <dsp:cNvPr id="0" name=""/>
        <dsp:cNvSpPr/>
      </dsp:nvSpPr>
      <dsp:spPr>
        <a:xfrm>
          <a:off x="4109232" y="580115"/>
          <a:ext cx="984339" cy="98433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2EB13C-8296-4136-A8CD-9E269B42B247}">
      <dsp:nvSpPr>
        <dsp:cNvPr id="0" name=""/>
        <dsp:cNvSpPr/>
      </dsp:nvSpPr>
      <dsp:spPr>
        <a:xfrm>
          <a:off x="4319009" y="789893"/>
          <a:ext cx="564785" cy="56478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002023-C2A0-421E-BFBE-08FDB768DCD2}">
      <dsp:nvSpPr>
        <dsp:cNvPr id="0" name=""/>
        <dsp:cNvSpPr/>
      </dsp:nvSpPr>
      <dsp:spPr>
        <a:xfrm>
          <a:off x="3794566" y="1871053"/>
          <a:ext cx="1613671" cy="64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Expose service</a:t>
          </a:r>
        </a:p>
      </dsp:txBody>
      <dsp:txXfrm>
        <a:off x="3794566" y="1871053"/>
        <a:ext cx="1613671" cy="645468"/>
      </dsp:txXfrm>
    </dsp:sp>
    <dsp:sp modelId="{FC738A14-0153-4FCC-A8E3-20445B4B568C}">
      <dsp:nvSpPr>
        <dsp:cNvPr id="0" name=""/>
        <dsp:cNvSpPr/>
      </dsp:nvSpPr>
      <dsp:spPr>
        <a:xfrm>
          <a:off x="6005296" y="580115"/>
          <a:ext cx="984339" cy="98433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B1A457-C436-40CA-8994-48EE6C4C9A8B}">
      <dsp:nvSpPr>
        <dsp:cNvPr id="0" name=""/>
        <dsp:cNvSpPr/>
      </dsp:nvSpPr>
      <dsp:spPr>
        <a:xfrm>
          <a:off x="6215074" y="789893"/>
          <a:ext cx="564785" cy="56478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1267CC-872A-49AD-B053-05A4685443B4}">
      <dsp:nvSpPr>
        <dsp:cNvPr id="0" name=""/>
        <dsp:cNvSpPr/>
      </dsp:nvSpPr>
      <dsp:spPr>
        <a:xfrm>
          <a:off x="5690630" y="1871053"/>
          <a:ext cx="1613671" cy="64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Apply policy</a:t>
          </a:r>
        </a:p>
      </dsp:txBody>
      <dsp:txXfrm>
        <a:off x="5690630" y="1871053"/>
        <a:ext cx="1613671" cy="6454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2718508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65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571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351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389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226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521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336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025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313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9950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0536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7221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7713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9958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716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362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074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529" y="685800"/>
            <a:ext cx="7306739" cy="1752599"/>
          </a:xfrm>
        </p:spPr>
        <p:txBody>
          <a:bodyPr>
            <a:normAutofit/>
          </a:bodyPr>
          <a:lstStyle/>
          <a:p>
            <a:r>
              <a:rPr dirty="0"/>
              <a:t>DO280 Day </a:t>
            </a:r>
            <a:r>
              <a:rPr lang="en-US" dirty="0"/>
              <a:t>3</a:t>
            </a:r>
            <a:endParaRPr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8607E42-4254-88D4-030E-6C90314826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6409837"/>
              </p:ext>
            </p:extLst>
          </p:nvPr>
        </p:nvGraphicFramePr>
        <p:xfrm>
          <a:off x="1320528" y="2694562"/>
          <a:ext cx="7306740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529" y="685800"/>
            <a:ext cx="7306739" cy="1752599"/>
          </a:xfrm>
        </p:spPr>
        <p:txBody>
          <a:bodyPr>
            <a:normAutofit/>
          </a:bodyPr>
          <a:lstStyle/>
          <a:p>
            <a:r>
              <a:t>Agenda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2E9C52F-EB15-228B-A98E-DA1EBFAFC2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089351"/>
              </p:ext>
            </p:extLst>
          </p:nvPr>
        </p:nvGraphicFramePr>
        <p:xfrm>
          <a:off x="1320528" y="2694562"/>
          <a:ext cx="7306740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529" y="685800"/>
            <a:ext cx="7306739" cy="1752599"/>
          </a:xfrm>
        </p:spPr>
        <p:txBody>
          <a:bodyPr>
            <a:normAutofit/>
          </a:bodyPr>
          <a:lstStyle/>
          <a:p>
            <a:r>
              <a:t>Why Network Security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54E1A09-0C82-F18F-16E6-BD8D70F16A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8080434"/>
              </p:ext>
            </p:extLst>
          </p:nvPr>
        </p:nvGraphicFramePr>
        <p:xfrm>
          <a:off x="1320528" y="2694562"/>
          <a:ext cx="7306740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529" y="685800"/>
            <a:ext cx="7306739" cy="1752599"/>
          </a:xfrm>
        </p:spPr>
        <p:txBody>
          <a:bodyPr>
            <a:normAutofit/>
          </a:bodyPr>
          <a:lstStyle/>
          <a:p>
            <a:r>
              <a:t>TLS External Traffic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A347E00-C9D4-F45C-8421-E5098EFD4E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7331914"/>
              </p:ext>
            </p:extLst>
          </p:nvPr>
        </p:nvGraphicFramePr>
        <p:xfrm>
          <a:off x="1320528" y="2694562"/>
          <a:ext cx="7306740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97D60-D57B-0C47-E5D3-9098045BE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INGRESS vs EGRESS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2C865A8-DF42-0125-05AB-813E2E0DDD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2392169"/>
              </p:ext>
            </p:extLst>
          </p:nvPr>
        </p:nvGraphicFramePr>
        <p:xfrm>
          <a:off x="982663" y="3098641"/>
          <a:ext cx="7704136" cy="1097280"/>
        </p:xfrm>
        <a:graphic>
          <a:graphicData uri="http://schemas.openxmlformats.org/drawingml/2006/table">
            <a:tbl>
              <a:tblPr/>
              <a:tblGrid>
                <a:gridCol w="1926034">
                  <a:extLst>
                    <a:ext uri="{9D8B030D-6E8A-4147-A177-3AD203B41FA5}">
                      <a16:colId xmlns:a16="http://schemas.microsoft.com/office/drawing/2014/main" val="72172726"/>
                    </a:ext>
                  </a:extLst>
                </a:gridCol>
                <a:gridCol w="1926034">
                  <a:extLst>
                    <a:ext uri="{9D8B030D-6E8A-4147-A177-3AD203B41FA5}">
                      <a16:colId xmlns:a16="http://schemas.microsoft.com/office/drawing/2014/main" val="1223327548"/>
                    </a:ext>
                  </a:extLst>
                </a:gridCol>
                <a:gridCol w="1926034">
                  <a:extLst>
                    <a:ext uri="{9D8B030D-6E8A-4147-A177-3AD203B41FA5}">
                      <a16:colId xmlns:a16="http://schemas.microsoft.com/office/drawing/2014/main" val="3025798529"/>
                    </a:ext>
                  </a:extLst>
                </a:gridCol>
                <a:gridCol w="1926034">
                  <a:extLst>
                    <a:ext uri="{9D8B030D-6E8A-4147-A177-3AD203B41FA5}">
                      <a16:colId xmlns:a16="http://schemas.microsoft.com/office/drawing/2014/main" val="35681234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Direction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Used for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OpenShift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07589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Ingress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External → Pod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User access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Route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4684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Egress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Pod → External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API calls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NetworkPolicy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5315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314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6AF5B-A985-6F52-A630-BBC8409D1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166190"/>
          </a:xfrm>
        </p:spPr>
        <p:txBody>
          <a:bodyPr/>
          <a:lstStyle/>
          <a:p>
            <a:r>
              <a:rPr lang="en-US" dirty="0"/>
              <a:t>Routes and Network Policy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D2BB3-734E-C189-44B6-6569FB792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5339" y="1749288"/>
            <a:ext cx="7704667" cy="4611755"/>
          </a:xfrm>
        </p:spPr>
        <p:txBody>
          <a:bodyPr>
            <a:normAutofit fontScale="85000" lnSpcReduction="10000"/>
          </a:bodyPr>
          <a:lstStyle/>
          <a:p>
            <a:r>
              <a:rPr lang="en-US" dirty="0" err="1"/>
              <a:t>oc</a:t>
            </a:r>
            <a:r>
              <a:rPr lang="en-US" dirty="0"/>
              <a:t> expose svc frontend</a:t>
            </a:r>
          </a:p>
          <a:p>
            <a:r>
              <a:rPr lang="en-US" dirty="0"/>
              <a:t>Creates a public URL → allows traffic </a:t>
            </a:r>
            <a:r>
              <a:rPr lang="en-US" b="1" dirty="0"/>
              <a:t>from outside → into your app</a:t>
            </a:r>
            <a:endParaRPr lang="en-US" dirty="0"/>
          </a:p>
          <a:p>
            <a:r>
              <a:rPr lang="en-US" dirty="0"/>
              <a:t>User --HTTPS--&gt; Frontend --HTTP--&gt; Backend --HTTP--&gt; Database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Route = Door to the building (external access)</a:t>
            </a:r>
            <a:br>
              <a:rPr lang="en-US" dirty="0"/>
            </a:br>
            <a:r>
              <a:rPr lang="en-US" dirty="0"/>
              <a:t>Ingress Policy = Who can enter rooms</a:t>
            </a:r>
            <a:br>
              <a:rPr lang="en-US" dirty="0"/>
            </a:br>
            <a:r>
              <a:rPr lang="en-US" dirty="0"/>
              <a:t>Egress Policy = Where people can go outside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Internet → frontend (Route)</a:t>
            </a:r>
            <a:br>
              <a:rPr lang="en-US" dirty="0"/>
            </a:br>
            <a:r>
              <a:rPr lang="en-US" dirty="0"/>
              <a:t>frontend → backend (Ingress allowed)</a:t>
            </a:r>
            <a:br>
              <a:rPr lang="en-US" dirty="0"/>
            </a:br>
            <a:r>
              <a:rPr lang="en-US" dirty="0"/>
              <a:t>backend → DB (Ingress allowed)</a:t>
            </a:r>
            <a:br>
              <a:rPr lang="en-US" dirty="0"/>
            </a:br>
            <a:r>
              <a:rPr lang="en-US" dirty="0"/>
              <a:t>backend → internet (Egress controlled)</a:t>
            </a:r>
          </a:p>
        </p:txBody>
      </p:sp>
    </p:spTree>
    <p:extLst>
      <p:ext uri="{BB962C8B-B14F-4D97-AF65-F5344CB8AC3E}">
        <p14:creationId xmlns:p14="http://schemas.microsoft.com/office/powerpoint/2010/main" val="679424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529" y="685800"/>
            <a:ext cx="7306739" cy="1752599"/>
          </a:xfrm>
        </p:spPr>
        <p:txBody>
          <a:bodyPr>
            <a:normAutofit/>
          </a:bodyPr>
          <a:lstStyle/>
          <a:p>
            <a:r>
              <a:t>Lab TLS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BAEBBD6-65B6-E091-4518-00C827F314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1576516"/>
              </p:ext>
            </p:extLst>
          </p:nvPr>
        </p:nvGraphicFramePr>
        <p:xfrm>
          <a:off x="1320528" y="2694562"/>
          <a:ext cx="7306740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529" y="685800"/>
            <a:ext cx="7306739" cy="1752599"/>
          </a:xfrm>
        </p:spPr>
        <p:txBody>
          <a:bodyPr>
            <a:normAutofit/>
          </a:bodyPr>
          <a:lstStyle/>
          <a:p>
            <a:r>
              <a:t>Network Policies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AF1405C6-BBDC-ADBF-EEA6-572F086C7D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2534785"/>
              </p:ext>
            </p:extLst>
          </p:nvPr>
        </p:nvGraphicFramePr>
        <p:xfrm>
          <a:off x="1320528" y="2694562"/>
          <a:ext cx="7306740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85428F22-76B3-4107-AADE-3F9EC95FD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346FBCF-5353-4172-96F5-4B7EB0777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17698" y="-12875"/>
            <a:ext cx="1953297" cy="6890194"/>
            <a:chOff x="2199787" y="-12875"/>
            <a:chExt cx="2679011" cy="6890194"/>
          </a:xfrm>
        </p:grpSpPr>
        <p:sp useBgFill="1">
          <p:nvSpPr>
            <p:cNvPr id="12" name="Rectangle 19">
              <a:extLst>
                <a:ext uri="{FF2B5EF4-FFF2-40B4-BE49-F238E27FC236}">
                  <a16:creationId xmlns:a16="http://schemas.microsoft.com/office/drawing/2014/main" id="{343F3E6D-808D-43AD-9485-AD0014BEAE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2199787" y="-12875"/>
              <a:ext cx="2679011" cy="5301468"/>
            </a:xfrm>
            <a:custGeom>
              <a:avLst/>
              <a:gdLst>
                <a:gd name="connsiteX0" fmla="*/ 0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0 w 2570017"/>
                <a:gd name="connsiteY4" fmla="*/ 0 h 2554287"/>
                <a:gd name="connsiteX0" fmla="*/ 904009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904009 w 2570017"/>
                <a:gd name="connsiteY4" fmla="*/ 0 h 2554287"/>
                <a:gd name="connsiteX0" fmla="*/ 644236 w 2570017"/>
                <a:gd name="connsiteY0" fmla="*/ 10391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44236 w 2570017"/>
                <a:gd name="connsiteY4" fmla="*/ 10391 h 2554287"/>
                <a:gd name="connsiteX0" fmla="*/ 633845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33845 w 2570017"/>
                <a:gd name="connsiteY4" fmla="*/ 0 h 2554287"/>
                <a:gd name="connsiteX0" fmla="*/ 675409 w 2611581"/>
                <a:gd name="connsiteY0" fmla="*/ 0 h 2554287"/>
                <a:gd name="connsiteX1" fmla="*/ 2611581 w 2611581"/>
                <a:gd name="connsiteY1" fmla="*/ 0 h 2554287"/>
                <a:gd name="connsiteX2" fmla="*/ 2611581 w 2611581"/>
                <a:gd name="connsiteY2" fmla="*/ 2554287 h 2554287"/>
                <a:gd name="connsiteX3" fmla="*/ 0 w 2611581"/>
                <a:gd name="connsiteY3" fmla="*/ 2554287 h 2554287"/>
                <a:gd name="connsiteX4" fmla="*/ 675409 w 2611581"/>
                <a:gd name="connsiteY4" fmla="*/ 0 h 2554287"/>
                <a:gd name="connsiteX0" fmla="*/ 650979 w 2587151"/>
                <a:gd name="connsiteY0" fmla="*/ 0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650979 w 2587151"/>
                <a:gd name="connsiteY4" fmla="*/ 0 h 2554287"/>
                <a:gd name="connsiteX0" fmla="*/ 730379 w 2587151"/>
                <a:gd name="connsiteY0" fmla="*/ 5692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730379 w 2587151"/>
                <a:gd name="connsiteY4" fmla="*/ 5692 h 2554287"/>
                <a:gd name="connsiteX0" fmla="*/ 864750 w 2587151"/>
                <a:gd name="connsiteY0" fmla="*/ 2847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864750 w 2587151"/>
                <a:gd name="connsiteY4" fmla="*/ 2847 h 2554287"/>
                <a:gd name="connsiteX0" fmla="*/ 883073 w 2587151"/>
                <a:gd name="connsiteY0" fmla="*/ 1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883073 w 2587151"/>
                <a:gd name="connsiteY4" fmla="*/ 1 h 2554287"/>
                <a:gd name="connsiteX0" fmla="*/ 895288 w 2599366"/>
                <a:gd name="connsiteY0" fmla="*/ 1 h 2554287"/>
                <a:gd name="connsiteX1" fmla="*/ 2599366 w 2599366"/>
                <a:gd name="connsiteY1" fmla="*/ 0 h 2554287"/>
                <a:gd name="connsiteX2" fmla="*/ 2599366 w 2599366"/>
                <a:gd name="connsiteY2" fmla="*/ 2554287 h 2554287"/>
                <a:gd name="connsiteX3" fmla="*/ 0 w 2599366"/>
                <a:gd name="connsiteY3" fmla="*/ 2542904 h 2554287"/>
                <a:gd name="connsiteX4" fmla="*/ 895288 w 2599366"/>
                <a:gd name="connsiteY4" fmla="*/ 1 h 2554287"/>
                <a:gd name="connsiteX0" fmla="*/ 895288 w 2599366"/>
                <a:gd name="connsiteY0" fmla="*/ 1 h 2554287"/>
                <a:gd name="connsiteX1" fmla="*/ 2599366 w 2599366"/>
                <a:gd name="connsiteY1" fmla="*/ 0 h 2554287"/>
                <a:gd name="connsiteX2" fmla="*/ 2599366 w 2599366"/>
                <a:gd name="connsiteY2" fmla="*/ 2554287 h 2554287"/>
                <a:gd name="connsiteX3" fmla="*/ 0 w 2599366"/>
                <a:gd name="connsiteY3" fmla="*/ 2542904 h 2554287"/>
                <a:gd name="connsiteX4" fmla="*/ 895288 w 2599366"/>
                <a:gd name="connsiteY4" fmla="*/ 1 h 2554287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2904 h 2565670"/>
                <a:gd name="connsiteX4" fmla="*/ 895288 w 2611581"/>
                <a:gd name="connsiteY4" fmla="*/ 1 h 2565670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2904 h 2565670"/>
                <a:gd name="connsiteX4" fmla="*/ 895288 w 2611581"/>
                <a:gd name="connsiteY4" fmla="*/ 1 h 2565670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5750 h 2565670"/>
                <a:gd name="connsiteX4" fmla="*/ 895288 w 2611581"/>
                <a:gd name="connsiteY4" fmla="*/ 1 h 2565670"/>
                <a:gd name="connsiteX0" fmla="*/ 1544433 w 3260726"/>
                <a:gd name="connsiteY0" fmla="*/ 1 h 2565670"/>
                <a:gd name="connsiteX1" fmla="*/ 3248511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1544433 w 3260726"/>
                <a:gd name="connsiteY4" fmla="*/ 1 h 2565670"/>
                <a:gd name="connsiteX0" fmla="*/ 921784 w 3260726"/>
                <a:gd name="connsiteY0" fmla="*/ 12347 h 2565670"/>
                <a:gd name="connsiteX1" fmla="*/ 3248511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921784 w 3260726"/>
                <a:gd name="connsiteY4" fmla="*/ 12347 h 2565670"/>
                <a:gd name="connsiteX0" fmla="*/ 921784 w 3260726"/>
                <a:gd name="connsiteY0" fmla="*/ 12347 h 2565670"/>
                <a:gd name="connsiteX1" fmla="*/ 2321160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921784 w 3260726"/>
                <a:gd name="connsiteY4" fmla="*/ 12347 h 2565670"/>
                <a:gd name="connsiteX0" fmla="*/ 921784 w 2322228"/>
                <a:gd name="connsiteY0" fmla="*/ 12347 h 2565670"/>
                <a:gd name="connsiteX1" fmla="*/ 2321160 w 2322228"/>
                <a:gd name="connsiteY1" fmla="*/ 0 h 2565670"/>
                <a:gd name="connsiteX2" fmla="*/ 2320129 w 2322228"/>
                <a:gd name="connsiteY2" fmla="*/ 2565670 h 2565670"/>
                <a:gd name="connsiteX3" fmla="*/ 0 w 2322228"/>
                <a:gd name="connsiteY3" fmla="*/ 2521058 h 2565670"/>
                <a:gd name="connsiteX4" fmla="*/ 921784 w 2322228"/>
                <a:gd name="connsiteY4" fmla="*/ 12347 h 2565670"/>
                <a:gd name="connsiteX0" fmla="*/ 921784 w 2322228"/>
                <a:gd name="connsiteY0" fmla="*/ 0 h 2571841"/>
                <a:gd name="connsiteX1" fmla="*/ 2321160 w 2322228"/>
                <a:gd name="connsiteY1" fmla="*/ 6171 h 2571841"/>
                <a:gd name="connsiteX2" fmla="*/ 2320129 w 2322228"/>
                <a:gd name="connsiteY2" fmla="*/ 2571841 h 2571841"/>
                <a:gd name="connsiteX3" fmla="*/ 0 w 2322228"/>
                <a:gd name="connsiteY3" fmla="*/ 2527229 h 2571841"/>
                <a:gd name="connsiteX4" fmla="*/ 921784 w 2322228"/>
                <a:gd name="connsiteY4" fmla="*/ 0 h 2571841"/>
                <a:gd name="connsiteX0" fmla="*/ 921784 w 2611583"/>
                <a:gd name="connsiteY0" fmla="*/ 0 h 2540977"/>
                <a:gd name="connsiteX1" fmla="*/ 2321160 w 2611583"/>
                <a:gd name="connsiteY1" fmla="*/ 6171 h 2540977"/>
                <a:gd name="connsiteX2" fmla="*/ 2611583 w 2611583"/>
                <a:gd name="connsiteY2" fmla="*/ 2540977 h 2540977"/>
                <a:gd name="connsiteX3" fmla="*/ 0 w 2611583"/>
                <a:gd name="connsiteY3" fmla="*/ 2527229 h 2540977"/>
                <a:gd name="connsiteX4" fmla="*/ 921784 w 2611583"/>
                <a:gd name="connsiteY4" fmla="*/ 0 h 2540977"/>
                <a:gd name="connsiteX0" fmla="*/ 921784 w 2611583"/>
                <a:gd name="connsiteY0" fmla="*/ 2 h 2540979"/>
                <a:gd name="connsiteX1" fmla="*/ 2572870 w 2611583"/>
                <a:gd name="connsiteY1" fmla="*/ 0 h 2540979"/>
                <a:gd name="connsiteX2" fmla="*/ 2611583 w 2611583"/>
                <a:gd name="connsiteY2" fmla="*/ 2540979 h 2540979"/>
                <a:gd name="connsiteX3" fmla="*/ 0 w 2611583"/>
                <a:gd name="connsiteY3" fmla="*/ 2527231 h 2540979"/>
                <a:gd name="connsiteX4" fmla="*/ 921784 w 2611583"/>
                <a:gd name="connsiteY4" fmla="*/ 2 h 2540979"/>
                <a:gd name="connsiteX0" fmla="*/ 921784 w 2705467"/>
                <a:gd name="connsiteY0" fmla="*/ 0 h 2540977"/>
                <a:gd name="connsiteX1" fmla="*/ 2705349 w 2705467"/>
                <a:gd name="connsiteY1" fmla="*/ 6171 h 2540977"/>
                <a:gd name="connsiteX2" fmla="*/ 2611583 w 2705467"/>
                <a:gd name="connsiteY2" fmla="*/ 2540977 h 2540977"/>
                <a:gd name="connsiteX3" fmla="*/ 0 w 2705467"/>
                <a:gd name="connsiteY3" fmla="*/ 2527229 h 2540977"/>
                <a:gd name="connsiteX4" fmla="*/ 921784 w 2705467"/>
                <a:gd name="connsiteY4" fmla="*/ 0 h 2540977"/>
                <a:gd name="connsiteX0" fmla="*/ 921784 w 2718702"/>
                <a:gd name="connsiteY0" fmla="*/ 2 h 2540979"/>
                <a:gd name="connsiteX1" fmla="*/ 2718597 w 2718702"/>
                <a:gd name="connsiteY1" fmla="*/ 0 h 2540979"/>
                <a:gd name="connsiteX2" fmla="*/ 2611583 w 2718702"/>
                <a:gd name="connsiteY2" fmla="*/ 2540979 h 2540979"/>
                <a:gd name="connsiteX3" fmla="*/ 0 w 2718702"/>
                <a:gd name="connsiteY3" fmla="*/ 2527231 h 2540979"/>
                <a:gd name="connsiteX4" fmla="*/ 921784 w 2718702"/>
                <a:gd name="connsiteY4" fmla="*/ 2 h 2540979"/>
                <a:gd name="connsiteX0" fmla="*/ 921784 w 2679012"/>
                <a:gd name="connsiteY0" fmla="*/ 0 h 2540977"/>
                <a:gd name="connsiteX1" fmla="*/ 2678853 w 2679012"/>
                <a:gd name="connsiteY1" fmla="*/ 6171 h 2540977"/>
                <a:gd name="connsiteX2" fmla="*/ 2611583 w 2679012"/>
                <a:gd name="connsiteY2" fmla="*/ 2540977 h 2540977"/>
                <a:gd name="connsiteX3" fmla="*/ 0 w 2679012"/>
                <a:gd name="connsiteY3" fmla="*/ 2527229 h 2540977"/>
                <a:gd name="connsiteX4" fmla="*/ 921784 w 2679012"/>
                <a:gd name="connsiteY4" fmla="*/ 0 h 2540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9012" h="2540977">
                  <a:moveTo>
                    <a:pt x="921784" y="0"/>
                  </a:moveTo>
                  <a:lnTo>
                    <a:pt x="2678853" y="6171"/>
                  </a:lnTo>
                  <a:cubicBezTo>
                    <a:pt x="2682925" y="861394"/>
                    <a:pt x="2607511" y="1685754"/>
                    <a:pt x="2611583" y="2540977"/>
                  </a:cubicBezTo>
                  <a:lnTo>
                    <a:pt x="0" y="2527229"/>
                  </a:lnTo>
                  <a:lnTo>
                    <a:pt x="921784" y="0"/>
                  </a:lnTo>
                  <a:close/>
                </a:path>
              </a:pathLst>
            </a:custGeom>
            <a:blipFill rotWithShape="0">
              <a:blip r:embed="rId2">
                <a:duotone>
                  <a:schemeClr val="bg2">
                    <a:shade val="76000"/>
                    <a:satMod val="180000"/>
                  </a:schemeClr>
                  <a:schemeClr val="bg2">
                    <a:tint val="80000"/>
                    <a:satMod val="120000"/>
                    <a:lumMod val="180000"/>
                  </a:schemeClr>
                </a:duotone>
              </a:blip>
              <a:stretch>
                <a:fillRect l="-114598" r="-265621" b="-28686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13" name="Rectangle 20">
              <a:extLst>
                <a:ext uri="{FF2B5EF4-FFF2-40B4-BE49-F238E27FC236}">
                  <a16:creationId xmlns:a16="http://schemas.microsoft.com/office/drawing/2014/main" id="{03DB1AC6-5430-4CD3-BD83-86E675A11A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2211875" y="5257482"/>
              <a:ext cx="2586931" cy="1619837"/>
            </a:xfrm>
            <a:custGeom>
              <a:avLst/>
              <a:gdLst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0 w 2611581"/>
                <a:gd name="connsiteY3" fmla="*/ 4303713 h 4303713"/>
                <a:gd name="connsiteX4" fmla="*/ 0 w 2611581"/>
                <a:gd name="connsiteY4" fmla="*/ 0 h 4303713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693718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963882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213264 w 2611581"/>
                <a:gd name="connsiteY3" fmla="*/ 4293322 h 4303713"/>
                <a:gd name="connsiteX4" fmla="*/ 0 w 2611581"/>
                <a:gd name="connsiteY4" fmla="*/ 0 h 4303713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171701 w 2611581"/>
                <a:gd name="connsiteY3" fmla="*/ 3638695 h 4303713"/>
                <a:gd name="connsiteX4" fmla="*/ 0 w 2611581"/>
                <a:gd name="connsiteY4" fmla="*/ 0 h 4303713"/>
                <a:gd name="connsiteX0" fmla="*/ 0 w 2720934"/>
                <a:gd name="connsiteY0" fmla="*/ 268283 h 4303713"/>
                <a:gd name="connsiteX1" fmla="*/ 2720934 w 2720934"/>
                <a:gd name="connsiteY1" fmla="*/ 0 h 4303713"/>
                <a:gd name="connsiteX2" fmla="*/ 2720934 w 2720934"/>
                <a:gd name="connsiteY2" fmla="*/ 4303713 h 4303713"/>
                <a:gd name="connsiteX3" fmla="*/ 2281054 w 2720934"/>
                <a:gd name="connsiteY3" fmla="*/ 3638695 h 4303713"/>
                <a:gd name="connsiteX4" fmla="*/ 0 w 2720934"/>
                <a:gd name="connsiteY4" fmla="*/ 268283 h 4303713"/>
                <a:gd name="connsiteX0" fmla="*/ 0 w 2720934"/>
                <a:gd name="connsiteY0" fmla="*/ 268283 h 4303713"/>
                <a:gd name="connsiteX1" fmla="*/ 2720934 w 2720934"/>
                <a:gd name="connsiteY1" fmla="*/ 0 h 4303713"/>
                <a:gd name="connsiteX2" fmla="*/ 2720934 w 2720934"/>
                <a:gd name="connsiteY2" fmla="*/ 4303713 h 4303713"/>
                <a:gd name="connsiteX3" fmla="*/ 2264231 w 2720934"/>
                <a:gd name="connsiteY3" fmla="*/ 3717600 h 4303713"/>
                <a:gd name="connsiteX4" fmla="*/ 0 w 2720934"/>
                <a:gd name="connsiteY4" fmla="*/ 268283 h 4303713"/>
                <a:gd name="connsiteX0" fmla="*/ 0 w 2720934"/>
                <a:gd name="connsiteY0" fmla="*/ 268283 h 4335275"/>
                <a:gd name="connsiteX1" fmla="*/ 2720934 w 2720934"/>
                <a:gd name="connsiteY1" fmla="*/ 0 h 4335275"/>
                <a:gd name="connsiteX2" fmla="*/ 2653639 w 2720934"/>
                <a:gd name="connsiteY2" fmla="*/ 4335275 h 4335275"/>
                <a:gd name="connsiteX3" fmla="*/ 2264231 w 2720934"/>
                <a:gd name="connsiteY3" fmla="*/ 3717600 h 4335275"/>
                <a:gd name="connsiteX4" fmla="*/ 0 w 2720934"/>
                <a:gd name="connsiteY4" fmla="*/ 268283 h 4335275"/>
                <a:gd name="connsiteX0" fmla="*/ 0 w 2737757"/>
                <a:gd name="connsiteY0" fmla="*/ 236721 h 4335275"/>
                <a:gd name="connsiteX1" fmla="*/ 2737757 w 2737757"/>
                <a:gd name="connsiteY1" fmla="*/ 0 h 4335275"/>
                <a:gd name="connsiteX2" fmla="*/ 2670462 w 2737757"/>
                <a:gd name="connsiteY2" fmla="*/ 4335275 h 4335275"/>
                <a:gd name="connsiteX3" fmla="*/ 2281054 w 2737757"/>
                <a:gd name="connsiteY3" fmla="*/ 3717600 h 4335275"/>
                <a:gd name="connsiteX4" fmla="*/ 0 w 2737757"/>
                <a:gd name="connsiteY4" fmla="*/ 236721 h 4335275"/>
                <a:gd name="connsiteX0" fmla="*/ 0 w 2729346"/>
                <a:gd name="connsiteY0" fmla="*/ 0 h 4098554"/>
                <a:gd name="connsiteX1" fmla="*/ 2729346 w 2729346"/>
                <a:gd name="connsiteY1" fmla="*/ 126250 h 4098554"/>
                <a:gd name="connsiteX2" fmla="*/ 2670462 w 2729346"/>
                <a:gd name="connsiteY2" fmla="*/ 4098554 h 4098554"/>
                <a:gd name="connsiteX3" fmla="*/ 2281054 w 2729346"/>
                <a:gd name="connsiteY3" fmla="*/ 3480879 h 4098554"/>
                <a:gd name="connsiteX4" fmla="*/ 0 w 2729346"/>
                <a:gd name="connsiteY4" fmla="*/ 0 h 4098554"/>
                <a:gd name="connsiteX0" fmla="*/ 0 w 2720934"/>
                <a:gd name="connsiteY0" fmla="*/ 0 h 4098554"/>
                <a:gd name="connsiteX1" fmla="*/ 2720934 w 2720934"/>
                <a:gd name="connsiteY1" fmla="*/ 31562 h 4098554"/>
                <a:gd name="connsiteX2" fmla="*/ 2670462 w 2720934"/>
                <a:gd name="connsiteY2" fmla="*/ 4098554 h 4098554"/>
                <a:gd name="connsiteX3" fmla="*/ 2281054 w 2720934"/>
                <a:gd name="connsiteY3" fmla="*/ 3480879 h 4098554"/>
                <a:gd name="connsiteX4" fmla="*/ 0 w 2720934"/>
                <a:gd name="connsiteY4" fmla="*/ 0 h 4098554"/>
                <a:gd name="connsiteX0" fmla="*/ 0 w 2720934"/>
                <a:gd name="connsiteY0" fmla="*/ 15782 h 4114336"/>
                <a:gd name="connsiteX1" fmla="*/ 2720934 w 2720934"/>
                <a:gd name="connsiteY1" fmla="*/ 0 h 4114336"/>
                <a:gd name="connsiteX2" fmla="*/ 2670462 w 2720934"/>
                <a:gd name="connsiteY2" fmla="*/ 4114336 h 4114336"/>
                <a:gd name="connsiteX3" fmla="*/ 2281054 w 2720934"/>
                <a:gd name="connsiteY3" fmla="*/ 3496661 h 4114336"/>
                <a:gd name="connsiteX4" fmla="*/ 0 w 2720934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9817 w 2820289"/>
                <a:gd name="connsiteY2" fmla="*/ 4114336 h 4114336"/>
                <a:gd name="connsiteX3" fmla="*/ 2380409 w 2820289"/>
                <a:gd name="connsiteY3" fmla="*/ 3496661 h 4114336"/>
                <a:gd name="connsiteX4" fmla="*/ 0 w 2820289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9817 w 2820289"/>
                <a:gd name="connsiteY2" fmla="*/ 4114336 h 4114336"/>
                <a:gd name="connsiteX3" fmla="*/ 2362876 w 2820289"/>
                <a:gd name="connsiteY3" fmla="*/ 3517980 h 4114336"/>
                <a:gd name="connsiteX4" fmla="*/ 0 w 2820289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3972 w 2820289"/>
                <a:gd name="connsiteY2" fmla="*/ 4114336 h 4114336"/>
                <a:gd name="connsiteX3" fmla="*/ 2362876 w 2820289"/>
                <a:gd name="connsiteY3" fmla="*/ 3517980 h 4114336"/>
                <a:gd name="connsiteX4" fmla="*/ 0 w 2820289"/>
                <a:gd name="connsiteY4" fmla="*/ 15782 h 4114336"/>
                <a:gd name="connsiteX0" fmla="*/ 0 w 3721149"/>
                <a:gd name="connsiteY0" fmla="*/ 0 h 4269703"/>
                <a:gd name="connsiteX1" fmla="*/ 3721149 w 3721149"/>
                <a:gd name="connsiteY1" fmla="*/ 155367 h 4269703"/>
                <a:gd name="connsiteX2" fmla="*/ 3664832 w 3721149"/>
                <a:gd name="connsiteY2" fmla="*/ 4269703 h 4269703"/>
                <a:gd name="connsiteX3" fmla="*/ 3263736 w 3721149"/>
                <a:gd name="connsiteY3" fmla="*/ 3673347 h 4269703"/>
                <a:gd name="connsiteX4" fmla="*/ 0 w 3721149"/>
                <a:gd name="connsiteY4" fmla="*/ 0 h 4269703"/>
                <a:gd name="connsiteX0" fmla="*/ 0 w 3721149"/>
                <a:gd name="connsiteY0" fmla="*/ 0 h 4289488"/>
                <a:gd name="connsiteX1" fmla="*/ 3721149 w 3721149"/>
                <a:gd name="connsiteY1" fmla="*/ 155367 h 4289488"/>
                <a:gd name="connsiteX2" fmla="*/ 3664832 w 3721149"/>
                <a:gd name="connsiteY2" fmla="*/ 4269703 h 4289488"/>
                <a:gd name="connsiteX3" fmla="*/ 1705997 w 3721149"/>
                <a:gd name="connsiteY3" fmla="*/ 4289488 h 4289488"/>
                <a:gd name="connsiteX4" fmla="*/ 0 w 3721149"/>
                <a:gd name="connsiteY4" fmla="*/ 0 h 4289488"/>
                <a:gd name="connsiteX0" fmla="*/ 0 w 3664846"/>
                <a:gd name="connsiteY0" fmla="*/ 15785 h 4305273"/>
                <a:gd name="connsiteX1" fmla="*/ 3664846 w 3664846"/>
                <a:gd name="connsiteY1" fmla="*/ 0 h 4305273"/>
                <a:gd name="connsiteX2" fmla="*/ 3664832 w 3664846"/>
                <a:gd name="connsiteY2" fmla="*/ 4285488 h 4305273"/>
                <a:gd name="connsiteX3" fmla="*/ 1705997 w 3664846"/>
                <a:gd name="connsiteY3" fmla="*/ 4305273 h 4305273"/>
                <a:gd name="connsiteX4" fmla="*/ 0 w 3664846"/>
                <a:gd name="connsiteY4" fmla="*/ 15785 h 4305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64846" h="4305273">
                  <a:moveTo>
                    <a:pt x="0" y="15785"/>
                  </a:moveTo>
                  <a:lnTo>
                    <a:pt x="3664846" y="0"/>
                  </a:lnTo>
                  <a:cubicBezTo>
                    <a:pt x="3664841" y="1428496"/>
                    <a:pt x="3664837" y="2856992"/>
                    <a:pt x="3664832" y="4285488"/>
                  </a:cubicBezTo>
                  <a:lnTo>
                    <a:pt x="1705997" y="4305273"/>
                  </a:lnTo>
                  <a:lnTo>
                    <a:pt x="0" y="15785"/>
                  </a:lnTo>
                  <a:close/>
                </a:path>
              </a:pathLst>
            </a:custGeom>
            <a:blipFill rotWithShape="0">
              <a:blip r:embed="rId2">
                <a:duotone>
                  <a:schemeClr val="bg2">
                    <a:shade val="76000"/>
                    <a:satMod val="180000"/>
                  </a:schemeClr>
                  <a:schemeClr val="bg2">
                    <a:tint val="80000"/>
                    <a:satMod val="120000"/>
                    <a:lumMod val="180000"/>
                  </a:schemeClr>
                </a:duotone>
              </a:blip>
              <a:stretch>
                <a:fillRect l="-163116" t="-323529" r="-398251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8326E10-C8CB-487F-A110-F861268DE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70459" y="0"/>
            <a:ext cx="1827609" cy="6858001"/>
            <a:chOff x="1320800" y="0"/>
            <a:chExt cx="2436813" cy="6858001"/>
          </a:xfrm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279962B-46D2-4E19-B632-39B80D1E8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21A335A-53CB-4C17-AB51-5D9C2DCB4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A0E0D557-405B-469F-AEDE-4E3404AA41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D8D4E62F-9393-40A6-9E85-9F3B59C46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FABD11B1-DE89-45BC-8204-968C88AADC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AFA4965A-1FBC-44B8-B96A-3F5275C3AE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1799" y="685800"/>
            <a:ext cx="5509418" cy="1413933"/>
          </a:xfrm>
        </p:spPr>
        <p:txBody>
          <a:bodyPr>
            <a:normAutofit/>
          </a:bodyPr>
          <a:lstStyle/>
          <a:p>
            <a:r>
              <a:t>Lab Network Policy</a:t>
            </a:r>
          </a:p>
        </p:txBody>
      </p:sp>
      <p:pic>
        <p:nvPicPr>
          <p:cNvPr id="23" name="Picture 22" descr="Close up of rack of test tubes with solution in lab">
            <a:extLst>
              <a:ext uri="{FF2B5EF4-FFF2-40B4-BE49-F238E27FC236}">
                <a16:creationId xmlns:a16="http://schemas.microsoft.com/office/drawing/2014/main" id="{1E5B2521-5B8E-FA59-2F4E-F988D60FE2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108" r="22641" b="-1"/>
          <a:stretch>
            <a:fillRect/>
          </a:stretch>
        </p:blipFill>
        <p:spPr>
          <a:xfrm>
            <a:off x="20" y="10"/>
            <a:ext cx="2594352" cy="6857990"/>
          </a:xfrm>
          <a:custGeom>
            <a:avLst/>
            <a:gdLst/>
            <a:ahLst/>
            <a:cxnLst/>
            <a:rect l="l" t="t" r="r" b="b"/>
            <a:pathLst>
              <a:path w="3458633" h="6858000">
                <a:moveTo>
                  <a:pt x="0" y="0"/>
                </a:moveTo>
                <a:lnTo>
                  <a:pt x="3174999" y="0"/>
                </a:lnTo>
                <a:lnTo>
                  <a:pt x="2294466" y="5223932"/>
                </a:lnTo>
                <a:lnTo>
                  <a:pt x="3458633" y="6853767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 w="38100">
            <a:noFill/>
          </a:ln>
          <a:effectLst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82900" y="2048933"/>
            <a:ext cx="5744367" cy="3742267"/>
          </a:xfrm>
        </p:spPr>
        <p:txBody>
          <a:bodyPr>
            <a:normAutofit/>
          </a:bodyPr>
          <a:lstStyle/>
          <a:p>
            <a:r>
              <a:t>Apply deny-all</a:t>
            </a:r>
          </a:p>
          <a:p>
            <a:r>
              <a:t>Allow specific pods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529" y="685800"/>
            <a:ext cx="7306739" cy="1752599"/>
          </a:xfrm>
        </p:spPr>
        <p:txBody>
          <a:bodyPr>
            <a:normAutofit/>
          </a:bodyPr>
          <a:lstStyle/>
          <a:p>
            <a:r>
              <a:t>Expose Non-HTTP Apps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5B9B8F2-D95D-85E7-24A1-D9E94B4745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9553392"/>
              </p:ext>
            </p:extLst>
          </p:nvPr>
        </p:nvGraphicFramePr>
        <p:xfrm>
          <a:off x="1320528" y="2694562"/>
          <a:ext cx="7306740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D8367-38B2-77F7-48F3-844C8933A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SERVICE TYPES (Kubernetes + OpenShift)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C22B2FB-49EA-E2EE-975A-6EDE514FD9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6559296"/>
              </p:ext>
            </p:extLst>
          </p:nvPr>
        </p:nvGraphicFramePr>
        <p:xfrm>
          <a:off x="982663" y="2824321"/>
          <a:ext cx="7704136" cy="3017520"/>
        </p:xfrm>
        <a:graphic>
          <a:graphicData uri="http://schemas.openxmlformats.org/drawingml/2006/table">
            <a:tbl>
              <a:tblPr/>
              <a:tblGrid>
                <a:gridCol w="1926034">
                  <a:extLst>
                    <a:ext uri="{9D8B030D-6E8A-4147-A177-3AD203B41FA5}">
                      <a16:colId xmlns:a16="http://schemas.microsoft.com/office/drawing/2014/main" val="3427005274"/>
                    </a:ext>
                  </a:extLst>
                </a:gridCol>
                <a:gridCol w="1926034">
                  <a:extLst>
                    <a:ext uri="{9D8B030D-6E8A-4147-A177-3AD203B41FA5}">
                      <a16:colId xmlns:a16="http://schemas.microsoft.com/office/drawing/2014/main" val="2458316542"/>
                    </a:ext>
                  </a:extLst>
                </a:gridCol>
                <a:gridCol w="1926034">
                  <a:extLst>
                    <a:ext uri="{9D8B030D-6E8A-4147-A177-3AD203B41FA5}">
                      <a16:colId xmlns:a16="http://schemas.microsoft.com/office/drawing/2014/main" val="3547985985"/>
                    </a:ext>
                  </a:extLst>
                </a:gridCol>
                <a:gridCol w="1926034">
                  <a:extLst>
                    <a:ext uri="{9D8B030D-6E8A-4147-A177-3AD203B41FA5}">
                      <a16:colId xmlns:a16="http://schemas.microsoft.com/office/drawing/2014/main" val="27898599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Exposure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How it works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Real Use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5364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ClusterIP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Internal only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Virtual IP inside cluster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Backend services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4026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NodePort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Node 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Opens port on every node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Debug / temporary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3294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LoadBalancer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External (cloud)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Creates AWS ELB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Public APIs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29766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Route (OpenShift)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External (HTTP/HTTPS)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Via router/ingress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Web apps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4414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Headless Service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 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Direct pod access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Stateful apps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0315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35535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6044E-5307-3CFC-436A-B1D88B135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874642"/>
          </a:xfrm>
        </p:spPr>
        <p:txBody>
          <a:bodyPr/>
          <a:lstStyle/>
          <a:p>
            <a:r>
              <a:rPr lang="en-US" dirty="0"/>
              <a:t>Short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985CF-6E2A-064A-0A02-E977D89CF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1716157"/>
            <a:ext cx="7704667" cy="4283659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oc</a:t>
            </a:r>
            <a:r>
              <a:rPr lang="en-US" dirty="0"/>
              <a:t> expose deployment nginx --port=80 --name=svc-</a:t>
            </a:r>
            <a:r>
              <a:rPr lang="en-US" dirty="0" err="1"/>
              <a:t>clusterip</a:t>
            </a:r>
            <a:r>
              <a:rPr lang="en-US" dirty="0"/>
              <a:t> -&gt; Internal service only (default)</a:t>
            </a:r>
          </a:p>
          <a:p>
            <a:r>
              <a:rPr lang="en-US" dirty="0" err="1"/>
              <a:t>oc</a:t>
            </a:r>
            <a:r>
              <a:rPr lang="en-US" dirty="0"/>
              <a:t> expose deployment nginx --type=</a:t>
            </a:r>
            <a:r>
              <a:rPr lang="en-US" dirty="0" err="1"/>
              <a:t>NodePort</a:t>
            </a:r>
            <a:r>
              <a:rPr lang="en-US" dirty="0"/>
              <a:t> --port=80 --name=svc-</a:t>
            </a:r>
            <a:r>
              <a:rPr lang="en-US" dirty="0" err="1"/>
              <a:t>nodeport</a:t>
            </a:r>
            <a:r>
              <a:rPr lang="en-US" dirty="0"/>
              <a:t> -&gt; http://&lt;NodeIP&gt;:&lt;NodePort&gt;</a:t>
            </a:r>
          </a:p>
          <a:p>
            <a:r>
              <a:rPr lang="en-US" dirty="0" err="1"/>
              <a:t>oc</a:t>
            </a:r>
            <a:r>
              <a:rPr lang="en-US" dirty="0"/>
              <a:t> expose deployment nginx --type=</a:t>
            </a:r>
            <a:r>
              <a:rPr lang="en-US" dirty="0" err="1"/>
              <a:t>LoadBalancer</a:t>
            </a:r>
            <a:r>
              <a:rPr lang="en-US" dirty="0"/>
              <a:t> --port=80 --name=svc-</a:t>
            </a:r>
            <a:r>
              <a:rPr lang="en-US" dirty="0" err="1"/>
              <a:t>lb</a:t>
            </a:r>
            <a:r>
              <a:rPr lang="en-US" dirty="0"/>
              <a:t> -&gt; Creates AWS ELB automatically</a:t>
            </a:r>
          </a:p>
          <a:p>
            <a:r>
              <a:rPr lang="en-US" dirty="0" err="1"/>
              <a:t>oc</a:t>
            </a:r>
            <a:r>
              <a:rPr lang="en-US" dirty="0"/>
              <a:t> expose svc svc-</a:t>
            </a:r>
            <a:r>
              <a:rPr lang="en-US" dirty="0" err="1"/>
              <a:t>clusterip</a:t>
            </a:r>
            <a:r>
              <a:rPr lang="en-US" dirty="0"/>
              <a:t> --name=route-nginx -&gt; https://route-nginx-&lt;project&gt;.apps.venky-ocp.beyondcloud.online</a:t>
            </a:r>
          </a:p>
          <a:p>
            <a:r>
              <a:rPr lang="en-US" dirty="0" err="1"/>
              <a:t>oc</a:t>
            </a:r>
            <a:r>
              <a:rPr lang="en-US" dirty="0"/>
              <a:t> create service </a:t>
            </a:r>
            <a:r>
              <a:rPr lang="en-US" dirty="0" err="1"/>
              <a:t>clusterip</a:t>
            </a:r>
            <a:r>
              <a:rPr lang="en-US" dirty="0"/>
              <a:t> svc-headless --</a:t>
            </a:r>
            <a:r>
              <a:rPr lang="en-US" dirty="0" err="1"/>
              <a:t>tcp</a:t>
            </a:r>
            <a:r>
              <a:rPr lang="en-US" dirty="0"/>
              <a:t>=80:80 --</a:t>
            </a:r>
            <a:r>
              <a:rPr lang="en-US" dirty="0" err="1"/>
              <a:t>clusterip</a:t>
            </a:r>
            <a:r>
              <a:rPr lang="en-US" dirty="0"/>
              <a:t>=None -&gt; No load balancing, direct pod access</a:t>
            </a:r>
          </a:p>
        </p:txBody>
      </p:sp>
    </p:spTree>
    <p:extLst>
      <p:ext uri="{BB962C8B-B14F-4D97-AF65-F5344CB8AC3E}">
        <p14:creationId xmlns:p14="http://schemas.microsoft.com/office/powerpoint/2010/main" val="21009454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0EC4A-CA90-22CD-6F63-14090FEE2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Summary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B1123E1-1C51-66FA-2CE3-1F7FF96E72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3074922"/>
              </p:ext>
            </p:extLst>
          </p:nvPr>
        </p:nvGraphicFramePr>
        <p:xfrm>
          <a:off x="982663" y="3098641"/>
          <a:ext cx="7704138" cy="2468880"/>
        </p:xfrm>
        <a:graphic>
          <a:graphicData uri="http://schemas.openxmlformats.org/drawingml/2006/table">
            <a:tbl>
              <a:tblPr/>
              <a:tblGrid>
                <a:gridCol w="2568046">
                  <a:extLst>
                    <a:ext uri="{9D8B030D-6E8A-4147-A177-3AD203B41FA5}">
                      <a16:colId xmlns:a16="http://schemas.microsoft.com/office/drawing/2014/main" val="2587924222"/>
                    </a:ext>
                  </a:extLst>
                </a:gridCol>
                <a:gridCol w="2568046">
                  <a:extLst>
                    <a:ext uri="{9D8B030D-6E8A-4147-A177-3AD203B41FA5}">
                      <a16:colId xmlns:a16="http://schemas.microsoft.com/office/drawing/2014/main" val="2835876167"/>
                    </a:ext>
                  </a:extLst>
                </a:gridCol>
                <a:gridCol w="2568046">
                  <a:extLst>
                    <a:ext uri="{9D8B030D-6E8A-4147-A177-3AD203B41FA5}">
                      <a16:colId xmlns:a16="http://schemas.microsoft.com/office/drawing/2014/main" val="360672281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6167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ClusterIP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default expose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internal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55841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NodePort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ourier New" panose="02070309020205020404" pitchFamily="49" charset="0"/>
                        </a:rPr>
                        <a:t>--type=</a:t>
                      </a:r>
                      <a:r>
                        <a:rPr lang="en-US" sz="1800" dirty="0" err="1">
                          <a:latin typeface="Courier New" panose="02070309020205020404" pitchFamily="49" charset="0"/>
                        </a:rPr>
                        <a:t>NodePort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debug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32127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LoadBalancer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ourier New" panose="02070309020205020404" pitchFamily="49" charset="0"/>
                        </a:rPr>
                        <a:t>--type=LoadBalancer</a:t>
                      </a:r>
                      <a:endParaRPr lang="en-US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cloud external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071669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Route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ourier New" panose="02070309020205020404" pitchFamily="49" charset="0"/>
                        </a:rPr>
                        <a:t>oc expose svc</a:t>
                      </a:r>
                      <a:endParaRPr lang="en-US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OpenShift external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400137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Headless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ourier New" panose="02070309020205020404" pitchFamily="49" charset="0"/>
                        </a:rPr>
                        <a:t>--clusterip=None</a:t>
                      </a:r>
                      <a:endParaRPr lang="en-US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stateful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60049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45370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529" y="685800"/>
            <a:ext cx="7306739" cy="1752599"/>
          </a:xfrm>
        </p:spPr>
        <p:txBody>
          <a:bodyPr>
            <a:normAutofit/>
          </a:bodyPr>
          <a:lstStyle/>
          <a:p>
            <a:r>
              <a:t>LoadBalancer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7034B09-96A3-3D14-29C8-BDD1BBE624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9019869"/>
              </p:ext>
            </p:extLst>
          </p:nvPr>
        </p:nvGraphicFramePr>
        <p:xfrm>
          <a:off x="1320528" y="2694562"/>
          <a:ext cx="7306740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529" y="685800"/>
            <a:ext cx="7306739" cy="1752599"/>
          </a:xfrm>
        </p:spPr>
        <p:txBody>
          <a:bodyPr>
            <a:normAutofit/>
          </a:bodyPr>
          <a:lstStyle/>
          <a:p>
            <a:r>
              <a:t>NodePort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8420661-EB02-7B58-29F5-92D998B5BC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0285941"/>
              </p:ext>
            </p:extLst>
          </p:nvPr>
        </p:nvGraphicFramePr>
        <p:xfrm>
          <a:off x="1320528" y="2694562"/>
          <a:ext cx="7306740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529" y="685800"/>
            <a:ext cx="7306739" cy="1752599"/>
          </a:xfrm>
        </p:spPr>
        <p:txBody>
          <a:bodyPr>
            <a:normAutofit/>
          </a:bodyPr>
          <a:lstStyle/>
          <a:p>
            <a:r>
              <a:t>Multus Concept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08886D0-811D-CDE0-DC3E-D102D9DE17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698181"/>
              </p:ext>
            </p:extLst>
          </p:nvPr>
        </p:nvGraphicFramePr>
        <p:xfrm>
          <a:off x="1320528" y="2694562"/>
          <a:ext cx="7306740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529" y="685800"/>
            <a:ext cx="7306739" cy="1752599"/>
          </a:xfrm>
        </p:spPr>
        <p:txBody>
          <a:bodyPr>
            <a:normAutofit/>
          </a:bodyPr>
          <a:lstStyle/>
          <a:p>
            <a:r>
              <a:t>Why Self-Service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9612A12-D453-0905-62B6-E83B50B84F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7533386"/>
              </p:ext>
            </p:extLst>
          </p:nvPr>
        </p:nvGraphicFramePr>
        <p:xfrm>
          <a:off x="1320528" y="2694562"/>
          <a:ext cx="7306740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F94D66-27EC-4CB8-8226-D7F41C161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576" y="-4763"/>
            <a:ext cx="3761187" cy="6862763"/>
            <a:chOff x="2928938" y="-4763"/>
            <a:chExt cx="5014912" cy="6862763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A53964C-7D93-4C48-A4A6-C4C2C393C5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9C944EEC-539E-4389-8785-58E65D04E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7836EB7E-895C-4D68-B92E-312B371CBD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0F29242B-8CE7-4636-B326-4BEE42EB6D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4D0B8E9A-7727-4AD9-974E-8815F0B20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12">
              <a:extLst>
                <a:ext uri="{FF2B5EF4-FFF2-40B4-BE49-F238E27FC236}">
                  <a16:creationId xmlns:a16="http://schemas.microsoft.com/office/drawing/2014/main" id="{1CD6C65C-71BE-4549-926A-1C1135FD06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0338" y="1380068"/>
            <a:ext cx="4071324" cy="261619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6000"/>
              <a:t>Resource Quotas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3679" y="3996267"/>
            <a:ext cx="3397983" cy="113915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r">
              <a:buNone/>
            </a:pPr>
            <a:r>
              <a:rPr lang="en-US" sz="2100"/>
              <a:t>Limit total CPU, memory, pods</a:t>
            </a:r>
          </a:p>
        </p:txBody>
      </p:sp>
      <p:pic>
        <p:nvPicPr>
          <p:cNvPr id="5" name="Picture 4" descr="Circuit board">
            <a:extLst>
              <a:ext uri="{FF2B5EF4-FFF2-40B4-BE49-F238E27FC236}">
                <a16:creationId xmlns:a16="http://schemas.microsoft.com/office/drawing/2014/main" id="{F3704342-FA92-4E3F-662F-3ADD07D8F8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084" r="23249" b="-1"/>
          <a:stretch>
            <a:fillRect/>
          </a:stretch>
        </p:blipFill>
        <p:spPr>
          <a:xfrm>
            <a:off x="6095998" y="10"/>
            <a:ext cx="3048001" cy="685799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529" y="685800"/>
            <a:ext cx="7306739" cy="1752599"/>
          </a:xfrm>
        </p:spPr>
        <p:txBody>
          <a:bodyPr>
            <a:normAutofit/>
          </a:bodyPr>
          <a:lstStyle/>
          <a:p>
            <a:r>
              <a:t>Lab Quota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B68798E-07F7-3AA4-EB05-4CC40D1BAA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9670554"/>
              </p:ext>
            </p:extLst>
          </p:nvPr>
        </p:nvGraphicFramePr>
        <p:xfrm>
          <a:off x="1320528" y="2694562"/>
          <a:ext cx="7306740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08F94D66-27EC-4CB8-8226-D7F41C161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576" y="-4763"/>
            <a:ext cx="3761187" cy="6862763"/>
            <a:chOff x="2928938" y="-4763"/>
            <a:chExt cx="5014912" cy="6862763"/>
          </a:xfrm>
        </p:grpSpPr>
        <p:sp>
          <p:nvSpPr>
            <p:cNvPr id="47" name="Freeform 6">
              <a:extLst>
                <a:ext uri="{FF2B5EF4-FFF2-40B4-BE49-F238E27FC236}">
                  <a16:creationId xmlns:a16="http://schemas.microsoft.com/office/drawing/2014/main" id="{1A53964C-7D93-4C48-A4A6-C4C2C393C5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7">
              <a:extLst>
                <a:ext uri="{FF2B5EF4-FFF2-40B4-BE49-F238E27FC236}">
                  <a16:creationId xmlns:a16="http://schemas.microsoft.com/office/drawing/2014/main" id="{9C944EEC-539E-4389-8785-58E65D04E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9">
              <a:extLst>
                <a:ext uri="{FF2B5EF4-FFF2-40B4-BE49-F238E27FC236}">
                  <a16:creationId xmlns:a16="http://schemas.microsoft.com/office/drawing/2014/main" id="{7836EB7E-895C-4D68-B92E-312B371CBD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10">
              <a:extLst>
                <a:ext uri="{FF2B5EF4-FFF2-40B4-BE49-F238E27FC236}">
                  <a16:creationId xmlns:a16="http://schemas.microsoft.com/office/drawing/2014/main" id="{0F29242B-8CE7-4636-B326-4BEE42EB6D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11">
              <a:extLst>
                <a:ext uri="{FF2B5EF4-FFF2-40B4-BE49-F238E27FC236}">
                  <a16:creationId xmlns:a16="http://schemas.microsoft.com/office/drawing/2014/main" id="{4D0B8E9A-7727-4AD9-974E-8815F0B20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1CD6C65C-71BE-4549-926A-1C1135FD06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0338" y="1380068"/>
            <a:ext cx="4071324" cy="261619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6000"/>
              <a:t>Limit Range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3679" y="3996267"/>
            <a:ext cx="3397983" cy="113915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r">
              <a:buNone/>
            </a:pPr>
            <a:r>
              <a:rPr lang="en-US" sz="2100"/>
              <a:t>Set default container limits</a:t>
            </a:r>
          </a:p>
        </p:txBody>
      </p:sp>
      <p:pic>
        <p:nvPicPr>
          <p:cNvPr id="5" name="Picture 4" descr="Cargo shipping containers in a pile and on a semi-truck at a harbor">
            <a:extLst>
              <a:ext uri="{FF2B5EF4-FFF2-40B4-BE49-F238E27FC236}">
                <a16:creationId xmlns:a16="http://schemas.microsoft.com/office/drawing/2014/main" id="{44C6283D-26BD-4D91-B6DD-EB4876A429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883" r="23784"/>
          <a:stretch>
            <a:fillRect/>
          </a:stretch>
        </p:blipFill>
        <p:spPr>
          <a:xfrm>
            <a:off x="6095998" y="10"/>
            <a:ext cx="3048001" cy="685799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24C41CF4-4A13-4AA9-9300-CB7A2E37C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706" y="764372"/>
            <a:ext cx="2380266" cy="5216013"/>
          </a:xfrm>
        </p:spPr>
        <p:txBody>
          <a:bodyPr>
            <a:normAutofit/>
          </a:bodyPr>
          <a:lstStyle/>
          <a:p>
            <a:pPr algn="l"/>
            <a:r>
              <a:rPr lang="en-US"/>
              <a:t>Lab Limit Range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A77B115-9FF3-46AE-AE08-826DEB9A6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095397" y="1923563"/>
            <a:ext cx="0" cy="301752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77603" y="764372"/>
            <a:ext cx="5314950" cy="5216013"/>
          </a:xfrm>
        </p:spPr>
        <p:txBody>
          <a:bodyPr anchor="ctr">
            <a:normAutofit/>
          </a:bodyPr>
          <a:lstStyle/>
          <a:p>
            <a:r>
              <a:rPr lang="en-US" sz="1700"/>
              <a:t>Apply limits</a:t>
            </a:r>
          </a:p>
          <a:p>
            <a:r>
              <a:rPr lang="en-US" sz="1700"/>
              <a:t>Deploy app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F94D66-27EC-4CB8-8226-D7F41C161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576" y="-4763"/>
            <a:ext cx="3761187" cy="6862763"/>
            <a:chOff x="2928938" y="-4763"/>
            <a:chExt cx="5014912" cy="6862763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A53964C-7D93-4C48-A4A6-C4C2C393C5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9C944EEC-539E-4389-8785-58E65D04E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7836EB7E-895C-4D68-B92E-312B371CBD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0F29242B-8CE7-4636-B326-4BEE42EB6D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4D0B8E9A-7727-4AD9-974E-8815F0B20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1CD6C65C-71BE-4549-926A-1C1135FD06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0338" y="1380068"/>
            <a:ext cx="4071324" cy="261619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6000"/>
              <a:t>Self-Provisioner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3679" y="3996267"/>
            <a:ext cx="3397983" cy="113915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r">
              <a:buNone/>
            </a:pPr>
            <a:r>
              <a:rPr lang="en-US" sz="2100"/>
              <a:t>Controls project creation access</a:t>
            </a:r>
          </a:p>
        </p:txBody>
      </p:sp>
      <p:pic>
        <p:nvPicPr>
          <p:cNvPr id="5" name="Picture 4" descr="Volume sliders">
            <a:extLst>
              <a:ext uri="{FF2B5EF4-FFF2-40B4-BE49-F238E27FC236}">
                <a16:creationId xmlns:a16="http://schemas.microsoft.com/office/drawing/2014/main" id="{7C147753-0EA2-7839-408D-FE09AD106F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620" r="37824" b="-1"/>
          <a:stretch>
            <a:fillRect/>
          </a:stretch>
        </p:blipFill>
        <p:spPr>
          <a:xfrm>
            <a:off x="6095998" y="10"/>
            <a:ext cx="3048001" cy="685799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02176-7600-0EE0-6954-C5BA9A178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Request Quota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E5A5D-6A04-DA83-3400-A3B9AE8D7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2667000"/>
            <a:ext cx="3649502" cy="3332816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/>
              <a:t>apiVersion</a:t>
            </a:r>
            <a:r>
              <a:rPr lang="en-US" dirty="0"/>
              <a:t>: v1</a:t>
            </a:r>
          </a:p>
          <a:p>
            <a:r>
              <a:rPr lang="en-US" dirty="0"/>
              <a:t>kind: </a:t>
            </a:r>
            <a:r>
              <a:rPr lang="en-US" dirty="0" err="1"/>
              <a:t>ResourceQuota</a:t>
            </a:r>
            <a:endParaRPr lang="en-US" dirty="0"/>
          </a:p>
          <a:p>
            <a:r>
              <a:rPr lang="en-US" dirty="0"/>
              <a:t>metadata:</a:t>
            </a:r>
          </a:p>
          <a:p>
            <a:r>
              <a:rPr lang="en-US" dirty="0"/>
              <a:t>  name: quota-demo</a:t>
            </a:r>
          </a:p>
          <a:p>
            <a:r>
              <a:rPr lang="en-US" dirty="0"/>
              <a:t>spec:</a:t>
            </a:r>
          </a:p>
          <a:p>
            <a:r>
              <a:rPr lang="en-US" dirty="0"/>
              <a:t>  hard:</a:t>
            </a:r>
          </a:p>
          <a:p>
            <a:r>
              <a:rPr lang="en-US" dirty="0"/>
              <a:t>    pods: "10"</a:t>
            </a:r>
          </a:p>
          <a:p>
            <a:r>
              <a:rPr lang="en-US" dirty="0"/>
              <a:t>    </a:t>
            </a:r>
            <a:r>
              <a:rPr lang="en-US" dirty="0" err="1"/>
              <a:t>requests.cpu</a:t>
            </a:r>
            <a:r>
              <a:rPr lang="en-US" dirty="0"/>
              <a:t>: "2"</a:t>
            </a:r>
          </a:p>
          <a:p>
            <a:r>
              <a:rPr lang="en-US" dirty="0"/>
              <a:t>    </a:t>
            </a:r>
            <a:r>
              <a:rPr lang="en-US" dirty="0" err="1"/>
              <a:t>limits.memory</a:t>
            </a:r>
            <a:r>
              <a:rPr lang="en-US" dirty="0"/>
              <a:t>: 4Gi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FE6DAA9-D90A-C637-8E12-0689DF0A8202}"/>
              </a:ext>
            </a:extLst>
          </p:cNvPr>
          <p:cNvSpPr txBox="1">
            <a:spLocks/>
          </p:cNvSpPr>
          <p:nvPr/>
        </p:nvSpPr>
        <p:spPr>
          <a:xfrm>
            <a:off x="4874223" y="2667000"/>
            <a:ext cx="3649502" cy="15736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Entire namespace can only use:</a:t>
            </a:r>
          </a:p>
          <a:p>
            <a:r>
              <a:rPr lang="en-US" dirty="0"/>
              <a:t>10 pods </a:t>
            </a:r>
          </a:p>
          <a:p>
            <a:r>
              <a:rPr lang="en-US" dirty="0"/>
              <a:t>2 CPU total </a:t>
            </a:r>
          </a:p>
          <a:p>
            <a:r>
              <a:rPr lang="en-US" dirty="0"/>
              <a:t>4GB memory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D00314-11F8-0B58-BEFD-5001D81778CD}"/>
              </a:ext>
            </a:extLst>
          </p:cNvPr>
          <p:cNvSpPr txBox="1"/>
          <p:nvPr/>
        </p:nvSpPr>
        <p:spPr>
          <a:xfrm>
            <a:off x="4631635" y="4548808"/>
            <a:ext cx="397565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ResourceQuota</a:t>
            </a:r>
            <a:r>
              <a:rPr lang="en-US" dirty="0"/>
              <a:t> = Total budget</a:t>
            </a:r>
            <a:br>
              <a:rPr lang="en-US" dirty="0"/>
            </a:br>
            <a:r>
              <a:rPr lang="en-US" dirty="0"/>
              <a:t>Pods = employees</a:t>
            </a:r>
            <a:br>
              <a:rPr lang="en-US" dirty="0"/>
            </a:br>
            <a:r>
              <a:rPr lang="en-US" dirty="0"/>
              <a:t>CPU = salary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All employees together cannot exceed budget</a:t>
            </a:r>
          </a:p>
        </p:txBody>
      </p:sp>
    </p:spTree>
    <p:extLst>
      <p:ext uri="{BB962C8B-B14F-4D97-AF65-F5344CB8AC3E}">
        <p14:creationId xmlns:p14="http://schemas.microsoft.com/office/powerpoint/2010/main" val="21459643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A2EEA-39AE-E3FD-1444-65B1726FF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FC835-0730-118B-EC62-2256AA055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4619" y="2302565"/>
            <a:ext cx="2967015" cy="16664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Every container gets:</a:t>
            </a:r>
          </a:p>
          <a:p>
            <a:pPr lvl="1"/>
            <a:r>
              <a:rPr lang="en-US" sz="1400" dirty="0"/>
              <a:t>default CPU/memory </a:t>
            </a:r>
          </a:p>
          <a:p>
            <a:pPr lvl="1"/>
            <a:r>
              <a:rPr lang="en-US" sz="1400" dirty="0"/>
              <a:t>enforced limits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CD169B9-793C-0F81-A973-A1E19ACE8327}"/>
              </a:ext>
            </a:extLst>
          </p:cNvPr>
          <p:cNvSpPr txBox="1">
            <a:spLocks/>
          </p:cNvSpPr>
          <p:nvPr/>
        </p:nvSpPr>
        <p:spPr>
          <a:xfrm>
            <a:off x="1127907" y="2229678"/>
            <a:ext cx="2967015" cy="419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/>
              <a:t>apiVersion: v1</a:t>
            </a:r>
          </a:p>
          <a:p>
            <a:r>
              <a:rPr lang="en-US" sz="1600"/>
              <a:t>kind: LimitRange</a:t>
            </a:r>
          </a:p>
          <a:p>
            <a:r>
              <a:rPr lang="en-US" sz="1600"/>
              <a:t>metadata:</a:t>
            </a:r>
          </a:p>
          <a:p>
            <a:r>
              <a:rPr lang="en-US" sz="1600"/>
              <a:t>  name: limits-demo</a:t>
            </a:r>
          </a:p>
          <a:p>
            <a:r>
              <a:rPr lang="en-US" sz="1600"/>
              <a:t>spec:</a:t>
            </a:r>
          </a:p>
          <a:p>
            <a:r>
              <a:rPr lang="en-US" sz="1600"/>
              <a:t>  limits:</a:t>
            </a:r>
          </a:p>
          <a:p>
            <a:r>
              <a:rPr lang="en-US" sz="1600"/>
              <a:t>  - default:</a:t>
            </a:r>
          </a:p>
          <a:p>
            <a:r>
              <a:rPr lang="en-US" sz="1600"/>
              <a:t>      cpu: "500m"</a:t>
            </a:r>
          </a:p>
          <a:p>
            <a:r>
              <a:rPr lang="en-US" sz="1600"/>
              <a:t>      memory: "512Mi"</a:t>
            </a:r>
          </a:p>
          <a:p>
            <a:r>
              <a:rPr lang="en-US" sz="1600"/>
              <a:t>    defaultRequest:</a:t>
            </a:r>
          </a:p>
          <a:p>
            <a:r>
              <a:rPr lang="en-US" sz="1600"/>
              <a:t>      cpu: "200m"</a:t>
            </a:r>
          </a:p>
          <a:p>
            <a:r>
              <a:rPr lang="en-US" sz="1600"/>
              <a:t>      memory: "256Mi"</a:t>
            </a:r>
          </a:p>
          <a:p>
            <a:r>
              <a:rPr lang="en-US" sz="1600"/>
              <a:t>    type: Container</a:t>
            </a:r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2C868E-66C3-8BD4-724F-BDD552AC2DBA}"/>
              </a:ext>
            </a:extLst>
          </p:cNvPr>
          <p:cNvSpPr txBox="1"/>
          <p:nvPr/>
        </p:nvSpPr>
        <p:spPr>
          <a:xfrm>
            <a:off x="4572000" y="4166009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ResourceQuota</a:t>
            </a:r>
            <a:r>
              <a:rPr lang="en-US" dirty="0"/>
              <a:t> = Company budget</a:t>
            </a:r>
            <a:br>
              <a:rPr lang="en-US" dirty="0"/>
            </a:br>
            <a:r>
              <a:rPr lang="en-US" dirty="0" err="1"/>
              <a:t>LimitRange</a:t>
            </a:r>
            <a:r>
              <a:rPr lang="en-US" dirty="0"/>
              <a:t> = Employee salary cap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78C1DB-A8E9-7E13-BF7F-BB363CB760A7}"/>
              </a:ext>
            </a:extLst>
          </p:cNvPr>
          <p:cNvSpPr txBox="1"/>
          <p:nvPr/>
        </p:nvSpPr>
        <p:spPr>
          <a:xfrm>
            <a:off x="4386470" y="5061178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Team A:</a:t>
            </a:r>
            <a:br>
              <a:rPr lang="en-US" dirty="0"/>
            </a:br>
            <a:r>
              <a:rPr lang="en-US" dirty="0"/>
              <a:t>- Max 10 pods (Quota)</a:t>
            </a:r>
            <a:br>
              <a:rPr lang="en-US" dirty="0"/>
            </a:br>
            <a:r>
              <a:rPr lang="en-US" dirty="0"/>
              <a:t>- Each pod max 500m CPU (</a:t>
            </a:r>
            <a:r>
              <a:rPr lang="en-US" dirty="0" err="1"/>
              <a:t>LimitRange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812095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10761-18BF-AF5F-A175-7922EDFF5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RESOURCEQUOTA vs LIMITRANGE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3CD6B9C-FAB2-BCED-CBEB-09F26BEC16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3110082"/>
              </p:ext>
            </p:extLst>
          </p:nvPr>
        </p:nvGraphicFramePr>
        <p:xfrm>
          <a:off x="982663" y="2453924"/>
          <a:ext cx="7704138" cy="1463040"/>
        </p:xfrm>
        <a:graphic>
          <a:graphicData uri="http://schemas.openxmlformats.org/drawingml/2006/table">
            <a:tbl>
              <a:tblPr/>
              <a:tblGrid>
                <a:gridCol w="2568046">
                  <a:extLst>
                    <a:ext uri="{9D8B030D-6E8A-4147-A177-3AD203B41FA5}">
                      <a16:colId xmlns:a16="http://schemas.microsoft.com/office/drawing/2014/main" val="132161673"/>
                    </a:ext>
                  </a:extLst>
                </a:gridCol>
                <a:gridCol w="2568046">
                  <a:extLst>
                    <a:ext uri="{9D8B030D-6E8A-4147-A177-3AD203B41FA5}">
                      <a16:colId xmlns:a16="http://schemas.microsoft.com/office/drawing/2014/main" val="642256188"/>
                    </a:ext>
                  </a:extLst>
                </a:gridCol>
                <a:gridCol w="2568046">
                  <a:extLst>
                    <a:ext uri="{9D8B030D-6E8A-4147-A177-3AD203B41FA5}">
                      <a16:colId xmlns:a16="http://schemas.microsoft.com/office/drawing/2014/main" val="75881783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ResourceQuota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LimitRange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86074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Scope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Namespace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Pod/Container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29732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Total limit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Per pod/container rules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746407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Control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Overall usage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Individual limits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704246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DA31D00-2FBB-2ED8-6623-BA81F8F3C4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1351901"/>
              </p:ext>
            </p:extLst>
          </p:nvPr>
        </p:nvGraphicFramePr>
        <p:xfrm>
          <a:off x="982663" y="4093595"/>
          <a:ext cx="7704138" cy="2194560"/>
        </p:xfrm>
        <a:graphic>
          <a:graphicData uri="http://schemas.openxmlformats.org/drawingml/2006/table">
            <a:tbl>
              <a:tblPr/>
              <a:tblGrid>
                <a:gridCol w="2568046">
                  <a:extLst>
                    <a:ext uri="{9D8B030D-6E8A-4147-A177-3AD203B41FA5}">
                      <a16:colId xmlns:a16="http://schemas.microsoft.com/office/drawing/2014/main" val="3047992625"/>
                    </a:ext>
                  </a:extLst>
                </a:gridCol>
                <a:gridCol w="2568046">
                  <a:extLst>
                    <a:ext uri="{9D8B030D-6E8A-4147-A177-3AD203B41FA5}">
                      <a16:colId xmlns:a16="http://schemas.microsoft.com/office/drawing/2014/main" val="2293976063"/>
                    </a:ext>
                  </a:extLst>
                </a:gridCol>
                <a:gridCol w="2568046">
                  <a:extLst>
                    <a:ext uri="{9D8B030D-6E8A-4147-A177-3AD203B41FA5}">
                      <a16:colId xmlns:a16="http://schemas.microsoft.com/office/drawing/2014/main" val="279668549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ResourceQuota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LimitRange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362663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Applies 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Namespace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389641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Controls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Total usage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Per pod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39654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Prevents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Resource exhaustion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Bad configs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009976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Default values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✔️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10007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Hard limits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✔️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✔️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9447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92610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529" y="685800"/>
            <a:ext cx="7306739" cy="1752599"/>
          </a:xfrm>
        </p:spPr>
        <p:txBody>
          <a:bodyPr>
            <a:normAutofit/>
          </a:bodyPr>
          <a:lstStyle/>
          <a:p>
            <a:r>
              <a:t>Final Lab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FABB5F8-0111-A9EF-CD17-619E9E7779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5478085"/>
              </p:ext>
            </p:extLst>
          </p:nvPr>
        </p:nvGraphicFramePr>
        <p:xfrm>
          <a:off x="1320528" y="2694562"/>
          <a:ext cx="7306740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08F94D66-27EC-4CB8-8226-D7F41C161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576" y="-4763"/>
            <a:ext cx="3761187" cy="6862763"/>
            <a:chOff x="2928938" y="-4763"/>
            <a:chExt cx="5014912" cy="6862763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A53964C-7D93-4C48-A4A6-C4C2C393C5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9C944EEC-539E-4389-8785-58E65D04E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7836EB7E-895C-4D68-B92E-312B371CBD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0F29242B-8CE7-4636-B326-4BEE42EB6D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4D0B8E9A-7727-4AD9-974E-8815F0B20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1CD6C65C-71BE-4549-926A-1C1135FD06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25" name="Picture 24" descr="Pen placed on top of a signature line">
            <a:extLst>
              <a:ext uri="{FF2B5EF4-FFF2-40B4-BE49-F238E27FC236}">
                <a16:creationId xmlns:a16="http://schemas.microsoft.com/office/drawing/2014/main" id="{0DDB3E06-4630-2FEE-3831-DA5D60D9B3F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</a:blip>
          <a:srcRect l="11000" r="-1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503816F2-40D5-4C23-AF57-063E39236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576" y="-4763"/>
            <a:ext cx="3761187" cy="6862763"/>
            <a:chOff x="2928938" y="-4763"/>
            <a:chExt cx="5014912" cy="6862763"/>
          </a:xfrm>
        </p:grpSpPr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DBF222D0-66E9-48F8-B249-75AF858DFD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5312FABD-B1AF-4E20-A8BF-0A6F0C42C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E6E2E6E5-F3C0-4B1A-8CEF-1F057A280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0">
              <a:extLst>
                <a:ext uri="{FF2B5EF4-FFF2-40B4-BE49-F238E27FC236}">
                  <a16:creationId xmlns:a16="http://schemas.microsoft.com/office/drawing/2014/main" id="{850A45DB-9259-4551-88A8-0D3D3E4FD4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id="{615A3848-AC67-4C67-A516-2823179F07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2">
              <a:extLst>
                <a:ext uri="{FF2B5EF4-FFF2-40B4-BE49-F238E27FC236}">
                  <a16:creationId xmlns:a16="http://schemas.microsoft.com/office/drawing/2014/main" id="{13BA5F40-CE6A-44DD-BBCE-EA36A12F39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6300" y="1380068"/>
            <a:ext cx="6430967" cy="261619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600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6532" y="3996267"/>
            <a:ext cx="5240734" cy="138853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r">
              <a:buNone/>
            </a:pPr>
            <a:r>
              <a:rPr lang="en-US" sz="2100"/>
              <a:t>Security, Exposure, Resource control learned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653</TotalTime>
  <Words>711</Words>
  <Application>Microsoft Office PowerPoint</Application>
  <PresentationFormat>On-screen Show (4:3)</PresentationFormat>
  <Paragraphs>198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Century Gothic</vt:lpstr>
      <vt:lpstr>Corbel</vt:lpstr>
      <vt:lpstr>Courier New</vt:lpstr>
      <vt:lpstr>Parallax</vt:lpstr>
      <vt:lpstr>DO280 Day 3</vt:lpstr>
      <vt:lpstr>Agenda</vt:lpstr>
      <vt:lpstr>Why Network Security</vt:lpstr>
      <vt:lpstr>TLS External Traffic</vt:lpstr>
      <vt:lpstr>INGRESS vs EGRESS</vt:lpstr>
      <vt:lpstr>Routes and Network Policy</vt:lpstr>
      <vt:lpstr>Lab TLS</vt:lpstr>
      <vt:lpstr>Network Policies</vt:lpstr>
      <vt:lpstr>Lab Network Policy</vt:lpstr>
      <vt:lpstr>Expose Non-HTTP Apps</vt:lpstr>
      <vt:lpstr>ALL SERVICE TYPES (Kubernetes + OpenShift)</vt:lpstr>
      <vt:lpstr>Short Demo</vt:lpstr>
      <vt:lpstr>Quick Summary</vt:lpstr>
      <vt:lpstr>LoadBalancer</vt:lpstr>
      <vt:lpstr>NodePort</vt:lpstr>
      <vt:lpstr>Multus Concept</vt:lpstr>
      <vt:lpstr>Why Self-Service</vt:lpstr>
      <vt:lpstr>Resource Quotas</vt:lpstr>
      <vt:lpstr>Lab Quota</vt:lpstr>
      <vt:lpstr>Limit Range</vt:lpstr>
      <vt:lpstr>Lab Limit Range</vt:lpstr>
      <vt:lpstr>Self-Provisioner</vt:lpstr>
      <vt:lpstr>Request Quota</vt:lpstr>
      <vt:lpstr>Limit</vt:lpstr>
      <vt:lpstr>RESOURCEQUOTA vs LIMITRANGE</vt:lpstr>
      <vt:lpstr>Final Lab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venkat raman v</dc:creator>
  <cp:keywords/>
  <dc:description>generated using python-pptx</dc:description>
  <cp:lastModifiedBy>Venkatraman Venkatasubramanian</cp:lastModifiedBy>
  <cp:revision>4</cp:revision>
  <dcterms:created xsi:type="dcterms:W3CDTF">2013-01-27T09:14:16Z</dcterms:created>
  <dcterms:modified xsi:type="dcterms:W3CDTF">2026-03-31T08:48:06Z</dcterms:modified>
  <cp:category/>
</cp:coreProperties>
</file>
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628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17.svg"/><Relationship Id="rId4" Type="http://schemas.openxmlformats.org/officeDocument/2006/relationships/image" Target="../media/image5.sv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17.svg"/><Relationship Id="rId4" Type="http://schemas.openxmlformats.org/officeDocument/2006/relationships/image" Target="../media/image5.sv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2292C5-C62D-41F0-B522-294A3E34E9B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2470862-F7E9-45BA-978D-86BCD22D1150}">
      <dgm:prSet/>
      <dgm:spPr/>
      <dgm:t>
        <a:bodyPr/>
        <a:lstStyle/>
        <a:p>
          <a:r>
            <a:rPr lang="en-US"/>
            <a:t>Kubernetes Operators &amp; OLM</a:t>
          </a:r>
        </a:p>
      </dgm:t>
    </dgm:pt>
    <dgm:pt modelId="{866FC02C-6AE5-4B66-BA37-91ABA84BEAFC}" type="parTrans" cxnId="{7E88D36B-F1F7-4860-B5DA-03433BF4B855}">
      <dgm:prSet/>
      <dgm:spPr/>
      <dgm:t>
        <a:bodyPr/>
        <a:lstStyle/>
        <a:p>
          <a:endParaRPr lang="en-US"/>
        </a:p>
      </dgm:t>
    </dgm:pt>
    <dgm:pt modelId="{652E4E2D-9ADE-4DCC-B619-765F8B6FCD7C}" type="sibTrans" cxnId="{7E88D36B-F1F7-4860-B5DA-03433BF4B855}">
      <dgm:prSet/>
      <dgm:spPr/>
      <dgm:t>
        <a:bodyPr/>
        <a:lstStyle/>
        <a:p>
          <a:endParaRPr lang="en-US"/>
        </a:p>
      </dgm:t>
    </dgm:pt>
    <dgm:pt modelId="{6FBE3C73-1E3F-462E-8ACE-3129FC78DBB0}">
      <dgm:prSet/>
      <dgm:spPr/>
      <dgm:t>
        <a:bodyPr/>
        <a:lstStyle/>
        <a:p>
          <a:r>
            <a:rPr lang="en-US"/>
            <a:t>Application Security</a:t>
          </a:r>
        </a:p>
      </dgm:t>
    </dgm:pt>
    <dgm:pt modelId="{11847095-3781-4D4F-8B34-E2D5CB37E13D}" type="parTrans" cxnId="{366F8FFC-3DC2-4A65-8C2A-6CB7B9AD7B06}">
      <dgm:prSet/>
      <dgm:spPr/>
      <dgm:t>
        <a:bodyPr/>
        <a:lstStyle/>
        <a:p>
          <a:endParaRPr lang="en-US"/>
        </a:p>
      </dgm:t>
    </dgm:pt>
    <dgm:pt modelId="{0C8F2329-9204-4BC8-8E79-E59237D00B9E}" type="sibTrans" cxnId="{366F8FFC-3DC2-4A65-8C2A-6CB7B9AD7B06}">
      <dgm:prSet/>
      <dgm:spPr/>
      <dgm:t>
        <a:bodyPr/>
        <a:lstStyle/>
        <a:p>
          <a:endParaRPr lang="en-US"/>
        </a:p>
      </dgm:t>
    </dgm:pt>
    <dgm:pt modelId="{1D78417C-18AA-4474-AA15-C5A8D2B43997}">
      <dgm:prSet/>
      <dgm:spPr/>
      <dgm:t>
        <a:bodyPr/>
        <a:lstStyle/>
        <a:p>
          <a:r>
            <a:rPr lang="en-US"/>
            <a:t>CronJobs</a:t>
          </a:r>
        </a:p>
      </dgm:t>
    </dgm:pt>
    <dgm:pt modelId="{E93BC156-7E69-43F2-AEF9-9263828366FD}" type="parTrans" cxnId="{D47D1F8A-91F1-42C1-963E-49029369AD12}">
      <dgm:prSet/>
      <dgm:spPr/>
      <dgm:t>
        <a:bodyPr/>
        <a:lstStyle/>
        <a:p>
          <a:endParaRPr lang="en-US"/>
        </a:p>
      </dgm:t>
    </dgm:pt>
    <dgm:pt modelId="{2EFCACF6-4785-4808-BFC6-D7E8A961FAD1}" type="sibTrans" cxnId="{D47D1F8A-91F1-42C1-963E-49029369AD12}">
      <dgm:prSet/>
      <dgm:spPr/>
      <dgm:t>
        <a:bodyPr/>
        <a:lstStyle/>
        <a:p>
          <a:endParaRPr lang="en-US"/>
        </a:p>
      </dgm:t>
    </dgm:pt>
    <dgm:pt modelId="{85CC159C-01CA-4ABF-A254-5830A5FF1340}">
      <dgm:prSet/>
      <dgm:spPr/>
      <dgm:t>
        <a:bodyPr/>
        <a:lstStyle/>
        <a:p>
          <a:r>
            <a:rPr lang="en-US"/>
            <a:t>OpenShift Updates</a:t>
          </a:r>
        </a:p>
      </dgm:t>
    </dgm:pt>
    <dgm:pt modelId="{603D629F-3239-4941-A03B-1B424213845B}" type="parTrans" cxnId="{62F002E2-6969-42DE-9D11-951A813E5633}">
      <dgm:prSet/>
      <dgm:spPr/>
      <dgm:t>
        <a:bodyPr/>
        <a:lstStyle/>
        <a:p>
          <a:endParaRPr lang="en-US"/>
        </a:p>
      </dgm:t>
    </dgm:pt>
    <dgm:pt modelId="{F6C96774-B9D9-45DF-9407-62AFBBED156F}" type="sibTrans" cxnId="{62F002E2-6969-42DE-9D11-951A813E5633}">
      <dgm:prSet/>
      <dgm:spPr/>
      <dgm:t>
        <a:bodyPr/>
        <a:lstStyle/>
        <a:p>
          <a:endParaRPr lang="en-US"/>
        </a:p>
      </dgm:t>
    </dgm:pt>
    <dgm:pt modelId="{28600063-649E-4676-883C-D4D44AAC9614}" type="pres">
      <dgm:prSet presAssocID="{3E2292C5-C62D-41F0-B522-294A3E34E9BB}" presName="linear" presStyleCnt="0">
        <dgm:presLayoutVars>
          <dgm:animLvl val="lvl"/>
          <dgm:resizeHandles val="exact"/>
        </dgm:presLayoutVars>
      </dgm:prSet>
      <dgm:spPr/>
    </dgm:pt>
    <dgm:pt modelId="{C332D70C-1D35-4425-A1E3-54BF797889B6}" type="pres">
      <dgm:prSet presAssocID="{52470862-F7E9-45BA-978D-86BCD22D115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E719B1-8F9B-488D-BE37-03FBAAAF7072}" type="pres">
      <dgm:prSet presAssocID="{652E4E2D-9ADE-4DCC-B619-765F8B6FCD7C}" presName="spacer" presStyleCnt="0"/>
      <dgm:spPr/>
    </dgm:pt>
    <dgm:pt modelId="{88D6D0D2-4800-4441-A388-5AD0438F2339}" type="pres">
      <dgm:prSet presAssocID="{6FBE3C73-1E3F-462E-8ACE-3129FC78DBB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E8F7A7B-5240-4732-90D4-1991B0C843FE}" type="pres">
      <dgm:prSet presAssocID="{0C8F2329-9204-4BC8-8E79-E59237D00B9E}" presName="spacer" presStyleCnt="0"/>
      <dgm:spPr/>
    </dgm:pt>
    <dgm:pt modelId="{E215ECCF-FAD6-4135-83B6-3C4FE64CAE29}" type="pres">
      <dgm:prSet presAssocID="{1D78417C-18AA-4474-AA15-C5A8D2B4399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0C8C25-7A6E-45DA-B530-BD3F7BB005CA}" type="pres">
      <dgm:prSet presAssocID="{2EFCACF6-4785-4808-BFC6-D7E8A961FAD1}" presName="spacer" presStyleCnt="0"/>
      <dgm:spPr/>
    </dgm:pt>
    <dgm:pt modelId="{D792C80E-F384-44A2-B38C-69E9005EBD9C}" type="pres">
      <dgm:prSet presAssocID="{85CC159C-01CA-4ABF-A254-5830A5FF134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EA5722A-67EC-45CF-97B5-55381F43E8CB}" type="presOf" srcId="{6FBE3C73-1E3F-462E-8ACE-3129FC78DBB0}" destId="{88D6D0D2-4800-4441-A388-5AD0438F2339}" srcOrd="0" destOrd="0" presId="urn:microsoft.com/office/officeart/2005/8/layout/vList2"/>
    <dgm:cxn modelId="{BCA68948-AC5B-4D96-9542-26B87132D55D}" type="presOf" srcId="{1D78417C-18AA-4474-AA15-C5A8D2B43997}" destId="{E215ECCF-FAD6-4135-83B6-3C4FE64CAE29}" srcOrd="0" destOrd="0" presId="urn:microsoft.com/office/officeart/2005/8/layout/vList2"/>
    <dgm:cxn modelId="{7E88D36B-F1F7-4860-B5DA-03433BF4B855}" srcId="{3E2292C5-C62D-41F0-B522-294A3E34E9BB}" destId="{52470862-F7E9-45BA-978D-86BCD22D1150}" srcOrd="0" destOrd="0" parTransId="{866FC02C-6AE5-4B66-BA37-91ABA84BEAFC}" sibTransId="{652E4E2D-9ADE-4DCC-B619-765F8B6FCD7C}"/>
    <dgm:cxn modelId="{D47D1F8A-91F1-42C1-963E-49029369AD12}" srcId="{3E2292C5-C62D-41F0-B522-294A3E34E9BB}" destId="{1D78417C-18AA-4474-AA15-C5A8D2B43997}" srcOrd="2" destOrd="0" parTransId="{E93BC156-7E69-43F2-AEF9-9263828366FD}" sibTransId="{2EFCACF6-4785-4808-BFC6-D7E8A961FAD1}"/>
    <dgm:cxn modelId="{ED73A48A-75EB-4DCD-8C1E-7B4EBD9CEB0E}" type="presOf" srcId="{52470862-F7E9-45BA-978D-86BCD22D1150}" destId="{C332D70C-1D35-4425-A1E3-54BF797889B6}" srcOrd="0" destOrd="0" presId="urn:microsoft.com/office/officeart/2005/8/layout/vList2"/>
    <dgm:cxn modelId="{9625D28C-AD2D-476E-89F2-E46C35A4187C}" type="presOf" srcId="{3E2292C5-C62D-41F0-B522-294A3E34E9BB}" destId="{28600063-649E-4676-883C-D4D44AAC9614}" srcOrd="0" destOrd="0" presId="urn:microsoft.com/office/officeart/2005/8/layout/vList2"/>
    <dgm:cxn modelId="{074700AC-8EED-43A8-89BE-589F976E41AC}" type="presOf" srcId="{85CC159C-01CA-4ABF-A254-5830A5FF1340}" destId="{D792C80E-F384-44A2-B38C-69E9005EBD9C}" srcOrd="0" destOrd="0" presId="urn:microsoft.com/office/officeart/2005/8/layout/vList2"/>
    <dgm:cxn modelId="{62F002E2-6969-42DE-9D11-951A813E5633}" srcId="{3E2292C5-C62D-41F0-B522-294A3E34E9BB}" destId="{85CC159C-01CA-4ABF-A254-5830A5FF1340}" srcOrd="3" destOrd="0" parTransId="{603D629F-3239-4941-A03B-1B424213845B}" sibTransId="{F6C96774-B9D9-45DF-9407-62AFBBED156F}"/>
    <dgm:cxn modelId="{366F8FFC-3DC2-4A65-8C2A-6CB7B9AD7B06}" srcId="{3E2292C5-C62D-41F0-B522-294A3E34E9BB}" destId="{6FBE3C73-1E3F-462E-8ACE-3129FC78DBB0}" srcOrd="1" destOrd="0" parTransId="{11847095-3781-4D4F-8B34-E2D5CB37E13D}" sibTransId="{0C8F2329-9204-4BC8-8E79-E59237D00B9E}"/>
    <dgm:cxn modelId="{17391050-BE0A-4458-9929-9042C2541403}" type="presParOf" srcId="{28600063-649E-4676-883C-D4D44AAC9614}" destId="{C332D70C-1D35-4425-A1E3-54BF797889B6}" srcOrd="0" destOrd="0" presId="urn:microsoft.com/office/officeart/2005/8/layout/vList2"/>
    <dgm:cxn modelId="{786C4611-BA91-4484-B1B4-5714CE3C3EB7}" type="presParOf" srcId="{28600063-649E-4676-883C-D4D44AAC9614}" destId="{54E719B1-8F9B-488D-BE37-03FBAAAF7072}" srcOrd="1" destOrd="0" presId="urn:microsoft.com/office/officeart/2005/8/layout/vList2"/>
    <dgm:cxn modelId="{B5749031-162E-4696-A0A0-E60893B1B6F5}" type="presParOf" srcId="{28600063-649E-4676-883C-D4D44AAC9614}" destId="{88D6D0D2-4800-4441-A388-5AD0438F2339}" srcOrd="2" destOrd="0" presId="urn:microsoft.com/office/officeart/2005/8/layout/vList2"/>
    <dgm:cxn modelId="{77B59093-61B5-4B37-8BD2-27BA831CFDF6}" type="presParOf" srcId="{28600063-649E-4676-883C-D4D44AAC9614}" destId="{2E8F7A7B-5240-4732-90D4-1991B0C843FE}" srcOrd="3" destOrd="0" presId="urn:microsoft.com/office/officeart/2005/8/layout/vList2"/>
    <dgm:cxn modelId="{8929BD57-A3AC-40F3-94CE-D59A6C0F40FC}" type="presParOf" srcId="{28600063-649E-4676-883C-D4D44AAC9614}" destId="{E215ECCF-FAD6-4135-83B6-3C4FE64CAE29}" srcOrd="4" destOrd="0" presId="urn:microsoft.com/office/officeart/2005/8/layout/vList2"/>
    <dgm:cxn modelId="{D6F07E27-7C6E-462F-82D3-CFCDED0DD40C}" type="presParOf" srcId="{28600063-649E-4676-883C-D4D44AAC9614}" destId="{AD0C8C25-7A6E-45DA-B530-BD3F7BB005CA}" srcOrd="5" destOrd="0" presId="urn:microsoft.com/office/officeart/2005/8/layout/vList2"/>
    <dgm:cxn modelId="{A27BDA99-ECBA-44F3-9D41-60565C8ECD83}" type="presParOf" srcId="{28600063-649E-4676-883C-D4D44AAC9614}" destId="{D792C80E-F384-44A2-B38C-69E9005EBD9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E5CCD4-283E-4AEA-A513-3B8512A6EC6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652C53F-BD2E-4D15-B5E4-4DB700871FF8}">
      <dgm:prSet/>
      <dgm:spPr/>
      <dgm:t>
        <a:bodyPr/>
        <a:lstStyle/>
        <a:p>
          <a:r>
            <a:rPr lang="en-US"/>
            <a:t>Operators &amp; OLM</a:t>
          </a:r>
        </a:p>
      </dgm:t>
    </dgm:pt>
    <dgm:pt modelId="{23A415D8-182B-47D4-A77D-B65E4198258E}" type="parTrans" cxnId="{757E06B4-7DE2-49D3-A935-3FA2559F721E}">
      <dgm:prSet/>
      <dgm:spPr/>
      <dgm:t>
        <a:bodyPr/>
        <a:lstStyle/>
        <a:p>
          <a:endParaRPr lang="en-US"/>
        </a:p>
      </dgm:t>
    </dgm:pt>
    <dgm:pt modelId="{CFAB2BA4-E9BE-4164-BA12-E2D61BA2BDC3}" type="sibTrans" cxnId="{757E06B4-7DE2-49D3-A935-3FA2559F721E}">
      <dgm:prSet/>
      <dgm:spPr/>
      <dgm:t>
        <a:bodyPr/>
        <a:lstStyle/>
        <a:p>
          <a:endParaRPr lang="en-US"/>
        </a:p>
      </dgm:t>
    </dgm:pt>
    <dgm:pt modelId="{A34E6548-7FA1-4569-911E-5E2007A8ECDD}">
      <dgm:prSet/>
      <dgm:spPr/>
      <dgm:t>
        <a:bodyPr/>
        <a:lstStyle/>
        <a:p>
          <a:r>
            <a:rPr lang="en-US"/>
            <a:t>Installing Operators</a:t>
          </a:r>
        </a:p>
      </dgm:t>
    </dgm:pt>
    <dgm:pt modelId="{E0B1C9B6-7A45-451A-9DB1-DAC4C1203301}" type="parTrans" cxnId="{E869F46C-D276-4EAB-9B9E-BE2DF69D85D6}">
      <dgm:prSet/>
      <dgm:spPr/>
      <dgm:t>
        <a:bodyPr/>
        <a:lstStyle/>
        <a:p>
          <a:endParaRPr lang="en-US"/>
        </a:p>
      </dgm:t>
    </dgm:pt>
    <dgm:pt modelId="{8B1EE5CB-7C8C-4CA1-9519-403DB188601B}" type="sibTrans" cxnId="{E869F46C-D276-4EAB-9B9E-BE2DF69D85D6}">
      <dgm:prSet/>
      <dgm:spPr/>
      <dgm:t>
        <a:bodyPr/>
        <a:lstStyle/>
        <a:p>
          <a:endParaRPr lang="en-US"/>
        </a:p>
      </dgm:t>
    </dgm:pt>
    <dgm:pt modelId="{2F82C0FF-69EF-4CD6-AD5C-6CC1F5FF92D7}">
      <dgm:prSet/>
      <dgm:spPr/>
      <dgm:t>
        <a:bodyPr/>
        <a:lstStyle/>
        <a:p>
          <a:r>
            <a:rPr lang="en-US"/>
            <a:t>Managing Operators</a:t>
          </a:r>
        </a:p>
      </dgm:t>
    </dgm:pt>
    <dgm:pt modelId="{0142DE7D-C649-4A13-8A1D-B7719114A670}" type="parTrans" cxnId="{CFF510FF-D4C9-4978-8BE5-C5625884CCD9}">
      <dgm:prSet/>
      <dgm:spPr/>
      <dgm:t>
        <a:bodyPr/>
        <a:lstStyle/>
        <a:p>
          <a:endParaRPr lang="en-US"/>
        </a:p>
      </dgm:t>
    </dgm:pt>
    <dgm:pt modelId="{710FDDB3-FE90-4BD0-BD6A-AA0E5899EEBD}" type="sibTrans" cxnId="{CFF510FF-D4C9-4978-8BE5-C5625884CCD9}">
      <dgm:prSet/>
      <dgm:spPr/>
      <dgm:t>
        <a:bodyPr/>
        <a:lstStyle/>
        <a:p>
          <a:endParaRPr lang="en-US"/>
        </a:p>
      </dgm:t>
    </dgm:pt>
    <dgm:pt modelId="{EC0F30A5-2E26-4A95-BBF0-6D56230C1DBC}">
      <dgm:prSet/>
      <dgm:spPr/>
      <dgm:t>
        <a:bodyPr/>
        <a:lstStyle/>
        <a:p>
          <a:r>
            <a:rPr lang="en-US"/>
            <a:t>Security (SCC, RBAC)</a:t>
          </a:r>
        </a:p>
      </dgm:t>
    </dgm:pt>
    <dgm:pt modelId="{39A381B9-7F0D-4C79-9E76-6AE69E90EC79}" type="parTrans" cxnId="{05C8BE7C-EDB3-4966-BE47-8CA72F9761D0}">
      <dgm:prSet/>
      <dgm:spPr/>
      <dgm:t>
        <a:bodyPr/>
        <a:lstStyle/>
        <a:p>
          <a:endParaRPr lang="en-US"/>
        </a:p>
      </dgm:t>
    </dgm:pt>
    <dgm:pt modelId="{03CA085E-693E-4952-A908-2D25D0B63177}" type="sibTrans" cxnId="{05C8BE7C-EDB3-4966-BE47-8CA72F9761D0}">
      <dgm:prSet/>
      <dgm:spPr/>
      <dgm:t>
        <a:bodyPr/>
        <a:lstStyle/>
        <a:p>
          <a:endParaRPr lang="en-US"/>
        </a:p>
      </dgm:t>
    </dgm:pt>
    <dgm:pt modelId="{11034A4C-A3AF-49E2-9E62-38832CE1564F}">
      <dgm:prSet/>
      <dgm:spPr/>
      <dgm:t>
        <a:bodyPr/>
        <a:lstStyle/>
        <a:p>
          <a:r>
            <a:rPr lang="en-US"/>
            <a:t>CronJobs</a:t>
          </a:r>
        </a:p>
      </dgm:t>
    </dgm:pt>
    <dgm:pt modelId="{56C59AE9-C241-44A7-A948-938D5698DE8C}" type="parTrans" cxnId="{24E80ED8-AAF0-4F56-879A-25D90C641264}">
      <dgm:prSet/>
      <dgm:spPr/>
      <dgm:t>
        <a:bodyPr/>
        <a:lstStyle/>
        <a:p>
          <a:endParaRPr lang="en-US"/>
        </a:p>
      </dgm:t>
    </dgm:pt>
    <dgm:pt modelId="{40F114E5-5575-4444-B3F6-B81194DBE0CF}" type="sibTrans" cxnId="{24E80ED8-AAF0-4F56-879A-25D90C641264}">
      <dgm:prSet/>
      <dgm:spPr/>
      <dgm:t>
        <a:bodyPr/>
        <a:lstStyle/>
        <a:p>
          <a:endParaRPr lang="en-US"/>
        </a:p>
      </dgm:t>
    </dgm:pt>
    <dgm:pt modelId="{8137FF0F-52C2-401B-B853-0E3705AEA6EE}">
      <dgm:prSet/>
      <dgm:spPr/>
      <dgm:t>
        <a:bodyPr/>
        <a:lstStyle/>
        <a:p>
          <a:r>
            <a:rPr lang="en-US"/>
            <a:t>OpenShift Updates</a:t>
          </a:r>
        </a:p>
      </dgm:t>
    </dgm:pt>
    <dgm:pt modelId="{EF52E843-293C-4F3A-9F67-B6D46508DE93}" type="parTrans" cxnId="{692D5713-4710-43AB-8633-574281A166B1}">
      <dgm:prSet/>
      <dgm:spPr/>
      <dgm:t>
        <a:bodyPr/>
        <a:lstStyle/>
        <a:p>
          <a:endParaRPr lang="en-US"/>
        </a:p>
      </dgm:t>
    </dgm:pt>
    <dgm:pt modelId="{AFD376DD-9BB3-4871-AEEB-E1D68107F168}" type="sibTrans" cxnId="{692D5713-4710-43AB-8633-574281A166B1}">
      <dgm:prSet/>
      <dgm:spPr/>
      <dgm:t>
        <a:bodyPr/>
        <a:lstStyle/>
        <a:p>
          <a:endParaRPr lang="en-US"/>
        </a:p>
      </dgm:t>
    </dgm:pt>
    <dgm:pt modelId="{9999F029-2AB7-46F7-8663-E941EF1B53F1}">
      <dgm:prSet/>
      <dgm:spPr/>
      <dgm:t>
        <a:bodyPr/>
        <a:lstStyle/>
        <a:p>
          <a:r>
            <a:rPr lang="en-US"/>
            <a:t>Hands-on Labs</a:t>
          </a:r>
        </a:p>
      </dgm:t>
    </dgm:pt>
    <dgm:pt modelId="{7A7B9450-7024-4CFC-965E-0B1E7A85849C}" type="parTrans" cxnId="{5F5FC2E6-3424-4AC8-9C1B-7E268A7C26EF}">
      <dgm:prSet/>
      <dgm:spPr/>
      <dgm:t>
        <a:bodyPr/>
        <a:lstStyle/>
        <a:p>
          <a:endParaRPr lang="en-US"/>
        </a:p>
      </dgm:t>
    </dgm:pt>
    <dgm:pt modelId="{82AC4F27-2768-4BAD-8AA9-58C51906239F}" type="sibTrans" cxnId="{5F5FC2E6-3424-4AC8-9C1B-7E268A7C26EF}">
      <dgm:prSet/>
      <dgm:spPr/>
      <dgm:t>
        <a:bodyPr/>
        <a:lstStyle/>
        <a:p>
          <a:endParaRPr lang="en-US"/>
        </a:p>
      </dgm:t>
    </dgm:pt>
    <dgm:pt modelId="{EC9D0310-A01D-4886-82B4-CDBB3C64E68F}" type="pres">
      <dgm:prSet presAssocID="{EFE5CCD4-283E-4AEA-A513-3B8512A6EC61}" presName="linear" presStyleCnt="0">
        <dgm:presLayoutVars>
          <dgm:animLvl val="lvl"/>
          <dgm:resizeHandles val="exact"/>
        </dgm:presLayoutVars>
      </dgm:prSet>
      <dgm:spPr/>
    </dgm:pt>
    <dgm:pt modelId="{8C5D3409-C1F2-4744-B513-6F3FE922D9EC}" type="pres">
      <dgm:prSet presAssocID="{7652C53F-BD2E-4D15-B5E4-4DB700871FF8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FF503C5-F997-47D1-9A3E-266746D5BB5A}" type="pres">
      <dgm:prSet presAssocID="{CFAB2BA4-E9BE-4164-BA12-E2D61BA2BDC3}" presName="spacer" presStyleCnt="0"/>
      <dgm:spPr/>
    </dgm:pt>
    <dgm:pt modelId="{0DF853B2-8803-43B8-8918-F9CBFF54BC28}" type="pres">
      <dgm:prSet presAssocID="{A34E6548-7FA1-4569-911E-5E2007A8ECD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5D20533-31EA-49F8-BF76-EC1D66D4278A}" type="pres">
      <dgm:prSet presAssocID="{8B1EE5CB-7C8C-4CA1-9519-403DB188601B}" presName="spacer" presStyleCnt="0"/>
      <dgm:spPr/>
    </dgm:pt>
    <dgm:pt modelId="{414D2C87-FCF8-41F1-8813-5F7FB4CBA1B8}" type="pres">
      <dgm:prSet presAssocID="{2F82C0FF-69EF-4CD6-AD5C-6CC1F5FF92D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33C68655-77AC-4CFF-B640-DF269216AC31}" type="pres">
      <dgm:prSet presAssocID="{710FDDB3-FE90-4BD0-BD6A-AA0E5899EEBD}" presName="spacer" presStyleCnt="0"/>
      <dgm:spPr/>
    </dgm:pt>
    <dgm:pt modelId="{EACB4F64-A941-4C55-B673-058F81B05F83}" type="pres">
      <dgm:prSet presAssocID="{EC0F30A5-2E26-4A95-BBF0-6D56230C1DB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192C9FD-DFAD-47EA-B515-9B6EF51A99F1}" type="pres">
      <dgm:prSet presAssocID="{03CA085E-693E-4952-A908-2D25D0B63177}" presName="spacer" presStyleCnt="0"/>
      <dgm:spPr/>
    </dgm:pt>
    <dgm:pt modelId="{876ECAF2-F839-429C-9229-0F7CFADB1B7D}" type="pres">
      <dgm:prSet presAssocID="{11034A4C-A3AF-49E2-9E62-38832CE1564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EF5A9CF-9EA2-420D-B9E9-C18711691F29}" type="pres">
      <dgm:prSet presAssocID="{40F114E5-5575-4444-B3F6-B81194DBE0CF}" presName="spacer" presStyleCnt="0"/>
      <dgm:spPr/>
    </dgm:pt>
    <dgm:pt modelId="{1DC33E60-C1AD-481B-890B-88853286A5E8}" type="pres">
      <dgm:prSet presAssocID="{8137FF0F-52C2-401B-B853-0E3705AEA6EE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8F590E1-3989-43D8-8837-9FA7E729EB71}" type="pres">
      <dgm:prSet presAssocID="{AFD376DD-9BB3-4871-AEEB-E1D68107F168}" presName="spacer" presStyleCnt="0"/>
      <dgm:spPr/>
    </dgm:pt>
    <dgm:pt modelId="{89E37B8A-FA7D-469B-B0C5-8D5EDFD31405}" type="pres">
      <dgm:prSet presAssocID="{9999F029-2AB7-46F7-8663-E941EF1B53F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92D5713-4710-43AB-8633-574281A166B1}" srcId="{EFE5CCD4-283E-4AEA-A513-3B8512A6EC61}" destId="{8137FF0F-52C2-401B-B853-0E3705AEA6EE}" srcOrd="5" destOrd="0" parTransId="{EF52E843-293C-4F3A-9F67-B6D46508DE93}" sibTransId="{AFD376DD-9BB3-4871-AEEB-E1D68107F168}"/>
    <dgm:cxn modelId="{EC34FF24-3ECB-4CF1-9DBA-1CBF201BE891}" type="presOf" srcId="{8137FF0F-52C2-401B-B853-0E3705AEA6EE}" destId="{1DC33E60-C1AD-481B-890B-88853286A5E8}" srcOrd="0" destOrd="0" presId="urn:microsoft.com/office/officeart/2005/8/layout/vList2"/>
    <dgm:cxn modelId="{13081E45-BA36-4BB5-A44D-E97E81415057}" type="presOf" srcId="{9999F029-2AB7-46F7-8663-E941EF1B53F1}" destId="{89E37B8A-FA7D-469B-B0C5-8D5EDFD31405}" srcOrd="0" destOrd="0" presId="urn:microsoft.com/office/officeart/2005/8/layout/vList2"/>
    <dgm:cxn modelId="{E869F46C-D276-4EAB-9B9E-BE2DF69D85D6}" srcId="{EFE5CCD4-283E-4AEA-A513-3B8512A6EC61}" destId="{A34E6548-7FA1-4569-911E-5E2007A8ECDD}" srcOrd="1" destOrd="0" parTransId="{E0B1C9B6-7A45-451A-9DB1-DAC4C1203301}" sibTransId="{8B1EE5CB-7C8C-4CA1-9519-403DB188601B}"/>
    <dgm:cxn modelId="{05C8BE7C-EDB3-4966-BE47-8CA72F9761D0}" srcId="{EFE5CCD4-283E-4AEA-A513-3B8512A6EC61}" destId="{EC0F30A5-2E26-4A95-BBF0-6D56230C1DBC}" srcOrd="3" destOrd="0" parTransId="{39A381B9-7F0D-4C79-9E76-6AE69E90EC79}" sibTransId="{03CA085E-693E-4952-A908-2D25D0B63177}"/>
    <dgm:cxn modelId="{EDB72686-08A7-4ADA-B397-ABACA1B63F56}" type="presOf" srcId="{EFE5CCD4-283E-4AEA-A513-3B8512A6EC61}" destId="{EC9D0310-A01D-4886-82B4-CDBB3C64E68F}" srcOrd="0" destOrd="0" presId="urn:microsoft.com/office/officeart/2005/8/layout/vList2"/>
    <dgm:cxn modelId="{21902291-D5CE-4429-87A4-13131FA7C28D}" type="presOf" srcId="{EC0F30A5-2E26-4A95-BBF0-6D56230C1DBC}" destId="{EACB4F64-A941-4C55-B673-058F81B05F83}" srcOrd="0" destOrd="0" presId="urn:microsoft.com/office/officeart/2005/8/layout/vList2"/>
    <dgm:cxn modelId="{532D6C9A-73C0-4CA7-B874-7F5EF2FA2298}" type="presOf" srcId="{A34E6548-7FA1-4569-911E-5E2007A8ECDD}" destId="{0DF853B2-8803-43B8-8918-F9CBFF54BC28}" srcOrd="0" destOrd="0" presId="urn:microsoft.com/office/officeart/2005/8/layout/vList2"/>
    <dgm:cxn modelId="{0D3112A5-E10B-471D-8F53-2BDD01922921}" type="presOf" srcId="{2F82C0FF-69EF-4CD6-AD5C-6CC1F5FF92D7}" destId="{414D2C87-FCF8-41F1-8813-5F7FB4CBA1B8}" srcOrd="0" destOrd="0" presId="urn:microsoft.com/office/officeart/2005/8/layout/vList2"/>
    <dgm:cxn modelId="{757E06B4-7DE2-49D3-A935-3FA2559F721E}" srcId="{EFE5CCD4-283E-4AEA-A513-3B8512A6EC61}" destId="{7652C53F-BD2E-4D15-B5E4-4DB700871FF8}" srcOrd="0" destOrd="0" parTransId="{23A415D8-182B-47D4-A77D-B65E4198258E}" sibTransId="{CFAB2BA4-E9BE-4164-BA12-E2D61BA2BDC3}"/>
    <dgm:cxn modelId="{E82F8FCD-B3D3-43FD-9BD3-006AB61CA14E}" type="presOf" srcId="{7652C53F-BD2E-4D15-B5E4-4DB700871FF8}" destId="{8C5D3409-C1F2-4744-B513-6F3FE922D9EC}" srcOrd="0" destOrd="0" presId="urn:microsoft.com/office/officeart/2005/8/layout/vList2"/>
    <dgm:cxn modelId="{24E80ED8-AAF0-4F56-879A-25D90C641264}" srcId="{EFE5CCD4-283E-4AEA-A513-3B8512A6EC61}" destId="{11034A4C-A3AF-49E2-9E62-38832CE1564F}" srcOrd="4" destOrd="0" parTransId="{56C59AE9-C241-44A7-A948-938D5698DE8C}" sibTransId="{40F114E5-5575-4444-B3F6-B81194DBE0CF}"/>
    <dgm:cxn modelId="{5F5FC2E6-3424-4AC8-9C1B-7E268A7C26EF}" srcId="{EFE5CCD4-283E-4AEA-A513-3B8512A6EC61}" destId="{9999F029-2AB7-46F7-8663-E941EF1B53F1}" srcOrd="6" destOrd="0" parTransId="{7A7B9450-7024-4CFC-965E-0B1E7A85849C}" sibTransId="{82AC4F27-2768-4BAD-8AA9-58C51906239F}"/>
    <dgm:cxn modelId="{2E23A5EB-A127-48BF-A922-0BDD9BF202A9}" type="presOf" srcId="{11034A4C-A3AF-49E2-9E62-38832CE1564F}" destId="{876ECAF2-F839-429C-9229-0F7CFADB1B7D}" srcOrd="0" destOrd="0" presId="urn:microsoft.com/office/officeart/2005/8/layout/vList2"/>
    <dgm:cxn modelId="{CFF510FF-D4C9-4978-8BE5-C5625884CCD9}" srcId="{EFE5CCD4-283E-4AEA-A513-3B8512A6EC61}" destId="{2F82C0FF-69EF-4CD6-AD5C-6CC1F5FF92D7}" srcOrd="2" destOrd="0" parTransId="{0142DE7D-C649-4A13-8A1D-B7719114A670}" sibTransId="{710FDDB3-FE90-4BD0-BD6A-AA0E5899EEBD}"/>
    <dgm:cxn modelId="{7056CB5A-8D1E-49AB-89EC-26A4717A296A}" type="presParOf" srcId="{EC9D0310-A01D-4886-82B4-CDBB3C64E68F}" destId="{8C5D3409-C1F2-4744-B513-6F3FE922D9EC}" srcOrd="0" destOrd="0" presId="urn:microsoft.com/office/officeart/2005/8/layout/vList2"/>
    <dgm:cxn modelId="{2CD744D3-A868-4D8E-B074-6694FA792008}" type="presParOf" srcId="{EC9D0310-A01D-4886-82B4-CDBB3C64E68F}" destId="{BFF503C5-F997-47D1-9A3E-266746D5BB5A}" srcOrd="1" destOrd="0" presId="urn:microsoft.com/office/officeart/2005/8/layout/vList2"/>
    <dgm:cxn modelId="{68DBA169-BAD8-4B49-B37F-9E922B6DF834}" type="presParOf" srcId="{EC9D0310-A01D-4886-82B4-CDBB3C64E68F}" destId="{0DF853B2-8803-43B8-8918-F9CBFF54BC28}" srcOrd="2" destOrd="0" presId="urn:microsoft.com/office/officeart/2005/8/layout/vList2"/>
    <dgm:cxn modelId="{A2783772-7268-48EF-82DB-529598CD5DE9}" type="presParOf" srcId="{EC9D0310-A01D-4886-82B4-CDBB3C64E68F}" destId="{05D20533-31EA-49F8-BF76-EC1D66D4278A}" srcOrd="3" destOrd="0" presId="urn:microsoft.com/office/officeart/2005/8/layout/vList2"/>
    <dgm:cxn modelId="{1F61277C-F5CB-4B11-A275-197EAAEEEEFE}" type="presParOf" srcId="{EC9D0310-A01D-4886-82B4-CDBB3C64E68F}" destId="{414D2C87-FCF8-41F1-8813-5F7FB4CBA1B8}" srcOrd="4" destOrd="0" presId="urn:microsoft.com/office/officeart/2005/8/layout/vList2"/>
    <dgm:cxn modelId="{4FF67D95-70E3-4A2B-A391-3EFF48BEC0E0}" type="presParOf" srcId="{EC9D0310-A01D-4886-82B4-CDBB3C64E68F}" destId="{33C68655-77AC-4CFF-B640-DF269216AC31}" srcOrd="5" destOrd="0" presId="urn:microsoft.com/office/officeart/2005/8/layout/vList2"/>
    <dgm:cxn modelId="{5BB3A58B-8DAF-44C7-8491-967C3ACE121E}" type="presParOf" srcId="{EC9D0310-A01D-4886-82B4-CDBB3C64E68F}" destId="{EACB4F64-A941-4C55-B673-058F81B05F83}" srcOrd="6" destOrd="0" presId="urn:microsoft.com/office/officeart/2005/8/layout/vList2"/>
    <dgm:cxn modelId="{F1C79FD0-9768-46DD-8552-25C158DC4AC2}" type="presParOf" srcId="{EC9D0310-A01D-4886-82B4-CDBB3C64E68F}" destId="{5192C9FD-DFAD-47EA-B515-9B6EF51A99F1}" srcOrd="7" destOrd="0" presId="urn:microsoft.com/office/officeart/2005/8/layout/vList2"/>
    <dgm:cxn modelId="{2DC81C22-2996-4148-89EC-07926320325E}" type="presParOf" srcId="{EC9D0310-A01D-4886-82B4-CDBB3C64E68F}" destId="{876ECAF2-F839-429C-9229-0F7CFADB1B7D}" srcOrd="8" destOrd="0" presId="urn:microsoft.com/office/officeart/2005/8/layout/vList2"/>
    <dgm:cxn modelId="{A19C4B74-F626-4A33-914C-0E371AE7FF32}" type="presParOf" srcId="{EC9D0310-A01D-4886-82B4-CDBB3C64E68F}" destId="{4EF5A9CF-9EA2-420D-B9E9-C18711691F29}" srcOrd="9" destOrd="0" presId="urn:microsoft.com/office/officeart/2005/8/layout/vList2"/>
    <dgm:cxn modelId="{AF0FB4B7-CC6C-4CE8-86AF-6245ADC412FD}" type="presParOf" srcId="{EC9D0310-A01D-4886-82B4-CDBB3C64E68F}" destId="{1DC33E60-C1AD-481B-890B-88853286A5E8}" srcOrd="10" destOrd="0" presId="urn:microsoft.com/office/officeart/2005/8/layout/vList2"/>
    <dgm:cxn modelId="{BB75D4F2-936A-4459-BBFC-71D2667A3107}" type="presParOf" srcId="{EC9D0310-A01D-4886-82B4-CDBB3C64E68F}" destId="{E8F590E1-3989-43D8-8837-9FA7E729EB71}" srcOrd="11" destOrd="0" presId="urn:microsoft.com/office/officeart/2005/8/layout/vList2"/>
    <dgm:cxn modelId="{2BEF17D6-8075-4F2B-97E4-D8D30A6BF2D5}" type="presParOf" srcId="{EC9D0310-A01D-4886-82B4-CDBB3C64E68F}" destId="{89E37B8A-FA7D-469B-B0C5-8D5EDFD31405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9358C8-F920-403A-B210-FF7D6AD6D0F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5F3AB76-BE4F-4655-8ADE-5CC2B9EF9806}">
      <dgm:prSet/>
      <dgm:spPr/>
      <dgm:t>
        <a:bodyPr/>
        <a:lstStyle/>
        <a:p>
          <a:r>
            <a:rPr lang="en-US"/>
            <a:t>Kubernetes-native automation</a:t>
          </a:r>
        </a:p>
      </dgm:t>
    </dgm:pt>
    <dgm:pt modelId="{8BF66BEE-F486-4E38-9D45-7DA15FD231AC}" type="parTrans" cxnId="{0B492D75-DD3E-4F88-B067-1E53C1EAF60B}">
      <dgm:prSet/>
      <dgm:spPr/>
      <dgm:t>
        <a:bodyPr/>
        <a:lstStyle/>
        <a:p>
          <a:endParaRPr lang="en-US"/>
        </a:p>
      </dgm:t>
    </dgm:pt>
    <dgm:pt modelId="{DB90B926-D34E-42F2-A15B-C444EEE9C34A}" type="sibTrans" cxnId="{0B492D75-DD3E-4F88-B067-1E53C1EAF60B}">
      <dgm:prSet/>
      <dgm:spPr/>
      <dgm:t>
        <a:bodyPr/>
        <a:lstStyle/>
        <a:p>
          <a:endParaRPr lang="en-US"/>
        </a:p>
      </dgm:t>
    </dgm:pt>
    <dgm:pt modelId="{FFF636AA-9246-443C-9DFD-2C5B0A2E5BC6}">
      <dgm:prSet/>
      <dgm:spPr/>
      <dgm:t>
        <a:bodyPr/>
        <a:lstStyle/>
        <a:p>
          <a:r>
            <a:rPr lang="en-US"/>
            <a:t>Extends Kubernetes using CRDs</a:t>
          </a:r>
        </a:p>
      </dgm:t>
    </dgm:pt>
    <dgm:pt modelId="{DEE73511-3360-4D4C-B52F-6C05D96225D2}" type="parTrans" cxnId="{24C9F01B-089C-4254-AB1B-85D255A70510}">
      <dgm:prSet/>
      <dgm:spPr/>
      <dgm:t>
        <a:bodyPr/>
        <a:lstStyle/>
        <a:p>
          <a:endParaRPr lang="en-US"/>
        </a:p>
      </dgm:t>
    </dgm:pt>
    <dgm:pt modelId="{7C0370A8-71A7-41B7-BA0E-B5C50CCC0FCE}" type="sibTrans" cxnId="{24C9F01B-089C-4254-AB1B-85D255A70510}">
      <dgm:prSet/>
      <dgm:spPr/>
      <dgm:t>
        <a:bodyPr/>
        <a:lstStyle/>
        <a:p>
          <a:endParaRPr lang="en-US"/>
        </a:p>
      </dgm:t>
    </dgm:pt>
    <dgm:pt modelId="{B6458613-E353-46AE-93DF-2864FB8B8529}">
      <dgm:prSet/>
      <dgm:spPr/>
      <dgm:t>
        <a:bodyPr/>
        <a:lstStyle/>
        <a:p>
          <a:r>
            <a:rPr lang="en-US"/>
            <a:t>Automates install, scale, backup, recovery</a:t>
          </a:r>
        </a:p>
      </dgm:t>
    </dgm:pt>
    <dgm:pt modelId="{8774C8E1-311E-4036-9301-7D1492A22D03}" type="parTrans" cxnId="{553F2F83-1052-4DB4-95D1-5431CC3D089C}">
      <dgm:prSet/>
      <dgm:spPr/>
      <dgm:t>
        <a:bodyPr/>
        <a:lstStyle/>
        <a:p>
          <a:endParaRPr lang="en-US"/>
        </a:p>
      </dgm:t>
    </dgm:pt>
    <dgm:pt modelId="{C9D4C912-7D6D-4E91-A42B-6C0524FB073C}" type="sibTrans" cxnId="{553F2F83-1052-4DB4-95D1-5431CC3D089C}">
      <dgm:prSet/>
      <dgm:spPr/>
      <dgm:t>
        <a:bodyPr/>
        <a:lstStyle/>
        <a:p>
          <a:endParaRPr lang="en-US"/>
        </a:p>
      </dgm:t>
    </dgm:pt>
    <dgm:pt modelId="{66D3D472-F408-4890-A744-40F2697C128B}" type="pres">
      <dgm:prSet presAssocID="{3E9358C8-F920-403A-B210-FF7D6AD6D0F6}" presName="linear" presStyleCnt="0">
        <dgm:presLayoutVars>
          <dgm:animLvl val="lvl"/>
          <dgm:resizeHandles val="exact"/>
        </dgm:presLayoutVars>
      </dgm:prSet>
      <dgm:spPr/>
    </dgm:pt>
    <dgm:pt modelId="{E381B637-7712-417F-96A9-8C2F1C57751A}" type="pres">
      <dgm:prSet presAssocID="{75F3AB76-BE4F-4655-8ADE-5CC2B9EF980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10A96FE-CDE4-445E-8D8A-A8B6161F8F6A}" type="pres">
      <dgm:prSet presAssocID="{DB90B926-D34E-42F2-A15B-C444EEE9C34A}" presName="spacer" presStyleCnt="0"/>
      <dgm:spPr/>
    </dgm:pt>
    <dgm:pt modelId="{D3D07660-FF14-49B4-ABF5-59ECE2FD18AD}" type="pres">
      <dgm:prSet presAssocID="{FFF636AA-9246-443C-9DFD-2C5B0A2E5BC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0968171-C000-4CF9-BED6-966EF8CC2399}" type="pres">
      <dgm:prSet presAssocID="{7C0370A8-71A7-41B7-BA0E-B5C50CCC0FCE}" presName="spacer" presStyleCnt="0"/>
      <dgm:spPr/>
    </dgm:pt>
    <dgm:pt modelId="{EC2AF80A-3B1A-4671-B8A8-730382D72D6A}" type="pres">
      <dgm:prSet presAssocID="{B6458613-E353-46AE-93DF-2864FB8B852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B497208-CAE4-4EB9-BAAF-8400A60863EC}" type="presOf" srcId="{FFF636AA-9246-443C-9DFD-2C5B0A2E5BC6}" destId="{D3D07660-FF14-49B4-ABF5-59ECE2FD18AD}" srcOrd="0" destOrd="0" presId="urn:microsoft.com/office/officeart/2005/8/layout/vList2"/>
    <dgm:cxn modelId="{24C9F01B-089C-4254-AB1B-85D255A70510}" srcId="{3E9358C8-F920-403A-B210-FF7D6AD6D0F6}" destId="{FFF636AA-9246-443C-9DFD-2C5B0A2E5BC6}" srcOrd="1" destOrd="0" parTransId="{DEE73511-3360-4D4C-B52F-6C05D96225D2}" sibTransId="{7C0370A8-71A7-41B7-BA0E-B5C50CCC0FCE}"/>
    <dgm:cxn modelId="{0B492D75-DD3E-4F88-B067-1E53C1EAF60B}" srcId="{3E9358C8-F920-403A-B210-FF7D6AD6D0F6}" destId="{75F3AB76-BE4F-4655-8ADE-5CC2B9EF9806}" srcOrd="0" destOrd="0" parTransId="{8BF66BEE-F486-4E38-9D45-7DA15FD231AC}" sibTransId="{DB90B926-D34E-42F2-A15B-C444EEE9C34A}"/>
    <dgm:cxn modelId="{553F2F83-1052-4DB4-95D1-5431CC3D089C}" srcId="{3E9358C8-F920-403A-B210-FF7D6AD6D0F6}" destId="{B6458613-E353-46AE-93DF-2864FB8B8529}" srcOrd="2" destOrd="0" parTransId="{8774C8E1-311E-4036-9301-7D1492A22D03}" sibTransId="{C9D4C912-7D6D-4E91-A42B-6C0524FB073C}"/>
    <dgm:cxn modelId="{612DF1AB-BEC4-47EE-A1D9-023CFA968D9D}" type="presOf" srcId="{3E9358C8-F920-403A-B210-FF7D6AD6D0F6}" destId="{66D3D472-F408-4890-A744-40F2697C128B}" srcOrd="0" destOrd="0" presId="urn:microsoft.com/office/officeart/2005/8/layout/vList2"/>
    <dgm:cxn modelId="{62E42EDF-6F6E-4951-94A3-D778CDC1EF9B}" type="presOf" srcId="{75F3AB76-BE4F-4655-8ADE-5CC2B9EF9806}" destId="{E381B637-7712-417F-96A9-8C2F1C57751A}" srcOrd="0" destOrd="0" presId="urn:microsoft.com/office/officeart/2005/8/layout/vList2"/>
    <dgm:cxn modelId="{7F0C90E9-A179-4CD6-9825-ED302B285574}" type="presOf" srcId="{B6458613-E353-46AE-93DF-2864FB8B8529}" destId="{EC2AF80A-3B1A-4671-B8A8-730382D72D6A}" srcOrd="0" destOrd="0" presId="urn:microsoft.com/office/officeart/2005/8/layout/vList2"/>
    <dgm:cxn modelId="{DA49134F-0473-461C-A7ED-9F3E444D5AE6}" type="presParOf" srcId="{66D3D472-F408-4890-A744-40F2697C128B}" destId="{E381B637-7712-417F-96A9-8C2F1C57751A}" srcOrd="0" destOrd="0" presId="urn:microsoft.com/office/officeart/2005/8/layout/vList2"/>
    <dgm:cxn modelId="{3D29FFFF-3177-48D3-BBA7-61F889E93A1F}" type="presParOf" srcId="{66D3D472-F408-4890-A744-40F2697C128B}" destId="{110A96FE-CDE4-445E-8D8A-A8B6161F8F6A}" srcOrd="1" destOrd="0" presId="urn:microsoft.com/office/officeart/2005/8/layout/vList2"/>
    <dgm:cxn modelId="{60A27C9D-D5E2-4552-A6A0-A0FC79686BB5}" type="presParOf" srcId="{66D3D472-F408-4890-A744-40F2697C128B}" destId="{D3D07660-FF14-49B4-ABF5-59ECE2FD18AD}" srcOrd="2" destOrd="0" presId="urn:microsoft.com/office/officeart/2005/8/layout/vList2"/>
    <dgm:cxn modelId="{442B47DE-66F7-4BB5-84B6-308D4E74A413}" type="presParOf" srcId="{66D3D472-F408-4890-A744-40F2697C128B}" destId="{70968171-C000-4CF9-BED6-966EF8CC2399}" srcOrd="3" destOrd="0" presId="urn:microsoft.com/office/officeart/2005/8/layout/vList2"/>
    <dgm:cxn modelId="{7D0DED9C-6D33-4265-B1C3-4F8EB47227B0}" type="presParOf" srcId="{66D3D472-F408-4890-A744-40F2697C128B}" destId="{EC2AF80A-3B1A-4671-B8A8-730382D72D6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937AEE7-3D6A-4BDB-B221-A2D6DA0A770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38DEB36-8653-4774-8740-1B0BD4D7A859}">
      <dgm:prSet/>
      <dgm:spPr/>
      <dgm:t>
        <a:bodyPr/>
        <a:lstStyle/>
        <a:p>
          <a:r>
            <a:rPr lang="en-US"/>
            <a:t>Manual setup → errors</a:t>
          </a:r>
        </a:p>
      </dgm:t>
    </dgm:pt>
    <dgm:pt modelId="{046C644A-80B1-441A-9ADF-515AD32E15A3}" type="parTrans" cxnId="{6F5AA02E-064C-4E51-9BA6-9D7E00C8A9BB}">
      <dgm:prSet/>
      <dgm:spPr/>
      <dgm:t>
        <a:bodyPr/>
        <a:lstStyle/>
        <a:p>
          <a:endParaRPr lang="en-US"/>
        </a:p>
      </dgm:t>
    </dgm:pt>
    <dgm:pt modelId="{2EE13DE8-00E3-441A-A90B-B3D479C5A250}" type="sibTrans" cxnId="{6F5AA02E-064C-4E51-9BA6-9D7E00C8A9BB}">
      <dgm:prSet/>
      <dgm:spPr/>
      <dgm:t>
        <a:bodyPr/>
        <a:lstStyle/>
        <a:p>
          <a:endParaRPr lang="en-US"/>
        </a:p>
      </dgm:t>
    </dgm:pt>
    <dgm:pt modelId="{5C7F5CE4-8D5B-454B-8328-5D28E088D9D9}">
      <dgm:prSet/>
      <dgm:spPr/>
      <dgm:t>
        <a:bodyPr/>
        <a:lstStyle/>
        <a:p>
          <a:r>
            <a:rPr lang="en-US"/>
            <a:t>Operators → automated lifecycle</a:t>
          </a:r>
        </a:p>
      </dgm:t>
    </dgm:pt>
    <dgm:pt modelId="{7D506558-2B49-4A5B-809B-BE7476FFEF5A}" type="parTrans" cxnId="{A74C09BC-D652-4C87-A2CB-34AF64695A50}">
      <dgm:prSet/>
      <dgm:spPr/>
      <dgm:t>
        <a:bodyPr/>
        <a:lstStyle/>
        <a:p>
          <a:endParaRPr lang="en-US"/>
        </a:p>
      </dgm:t>
    </dgm:pt>
    <dgm:pt modelId="{952C5EDD-531A-4C50-AD2F-52AC3AAFB119}" type="sibTrans" cxnId="{A74C09BC-D652-4C87-A2CB-34AF64695A50}">
      <dgm:prSet/>
      <dgm:spPr/>
      <dgm:t>
        <a:bodyPr/>
        <a:lstStyle/>
        <a:p>
          <a:endParaRPr lang="en-US"/>
        </a:p>
      </dgm:t>
    </dgm:pt>
    <dgm:pt modelId="{8258AA02-1586-4BF6-8DEC-8B9846B94993}">
      <dgm:prSet/>
      <dgm:spPr/>
      <dgm:t>
        <a:bodyPr/>
        <a:lstStyle/>
        <a:p>
          <a:r>
            <a:rPr lang="en-US"/>
            <a:t>Self-healing and consistent deployment</a:t>
          </a:r>
        </a:p>
      </dgm:t>
    </dgm:pt>
    <dgm:pt modelId="{1F231F82-3E86-4766-A168-E8C2224FE6DD}" type="parTrans" cxnId="{79FFB627-079F-48EA-9CE3-70D890634F7A}">
      <dgm:prSet/>
      <dgm:spPr/>
      <dgm:t>
        <a:bodyPr/>
        <a:lstStyle/>
        <a:p>
          <a:endParaRPr lang="en-US"/>
        </a:p>
      </dgm:t>
    </dgm:pt>
    <dgm:pt modelId="{519284A3-642A-4F62-B673-C8C9CDCB3455}" type="sibTrans" cxnId="{79FFB627-079F-48EA-9CE3-70D890634F7A}">
      <dgm:prSet/>
      <dgm:spPr/>
      <dgm:t>
        <a:bodyPr/>
        <a:lstStyle/>
        <a:p>
          <a:endParaRPr lang="en-US"/>
        </a:p>
      </dgm:t>
    </dgm:pt>
    <dgm:pt modelId="{B415F944-897B-4D9A-9AF7-A4DC1191E365}" type="pres">
      <dgm:prSet presAssocID="{C937AEE7-3D6A-4BDB-B221-A2D6DA0A7703}" presName="linear" presStyleCnt="0">
        <dgm:presLayoutVars>
          <dgm:animLvl val="lvl"/>
          <dgm:resizeHandles val="exact"/>
        </dgm:presLayoutVars>
      </dgm:prSet>
      <dgm:spPr/>
    </dgm:pt>
    <dgm:pt modelId="{24CB47C1-F99F-4498-8CFB-60F81CC052F4}" type="pres">
      <dgm:prSet presAssocID="{238DEB36-8653-4774-8740-1B0BD4D7A8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07955F3-FD98-4DC0-A80D-D3D9002D10A1}" type="pres">
      <dgm:prSet presAssocID="{2EE13DE8-00E3-441A-A90B-B3D479C5A250}" presName="spacer" presStyleCnt="0"/>
      <dgm:spPr/>
    </dgm:pt>
    <dgm:pt modelId="{68D9D1F6-9878-4B7F-8742-27C95B0C0E86}" type="pres">
      <dgm:prSet presAssocID="{5C7F5CE4-8D5B-454B-8328-5D28E088D9D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D8FF1BD-C466-4181-A071-C5D27D2BD1E5}" type="pres">
      <dgm:prSet presAssocID="{952C5EDD-531A-4C50-AD2F-52AC3AAFB119}" presName="spacer" presStyleCnt="0"/>
      <dgm:spPr/>
    </dgm:pt>
    <dgm:pt modelId="{6DCB6F86-7A59-4D2F-AB88-10B59EF87EF4}" type="pres">
      <dgm:prSet presAssocID="{8258AA02-1586-4BF6-8DEC-8B9846B9499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FDB6B0F-53E1-41C5-B926-1E86F369BDDE}" type="presOf" srcId="{5C7F5CE4-8D5B-454B-8328-5D28E088D9D9}" destId="{68D9D1F6-9878-4B7F-8742-27C95B0C0E86}" srcOrd="0" destOrd="0" presId="urn:microsoft.com/office/officeart/2005/8/layout/vList2"/>
    <dgm:cxn modelId="{79FFB627-079F-48EA-9CE3-70D890634F7A}" srcId="{C937AEE7-3D6A-4BDB-B221-A2D6DA0A7703}" destId="{8258AA02-1586-4BF6-8DEC-8B9846B94993}" srcOrd="2" destOrd="0" parTransId="{1F231F82-3E86-4766-A168-E8C2224FE6DD}" sibTransId="{519284A3-642A-4F62-B673-C8C9CDCB3455}"/>
    <dgm:cxn modelId="{6F5AA02E-064C-4E51-9BA6-9D7E00C8A9BB}" srcId="{C937AEE7-3D6A-4BDB-B221-A2D6DA0A7703}" destId="{238DEB36-8653-4774-8740-1B0BD4D7A859}" srcOrd="0" destOrd="0" parTransId="{046C644A-80B1-441A-9ADF-515AD32E15A3}" sibTransId="{2EE13DE8-00E3-441A-A90B-B3D479C5A250}"/>
    <dgm:cxn modelId="{CC3A635C-A8AE-4DDD-9B04-389565131CA5}" type="presOf" srcId="{238DEB36-8653-4774-8740-1B0BD4D7A859}" destId="{24CB47C1-F99F-4498-8CFB-60F81CC052F4}" srcOrd="0" destOrd="0" presId="urn:microsoft.com/office/officeart/2005/8/layout/vList2"/>
    <dgm:cxn modelId="{7D240842-84DE-431B-9276-DD51B75CE8AB}" type="presOf" srcId="{8258AA02-1586-4BF6-8DEC-8B9846B94993}" destId="{6DCB6F86-7A59-4D2F-AB88-10B59EF87EF4}" srcOrd="0" destOrd="0" presId="urn:microsoft.com/office/officeart/2005/8/layout/vList2"/>
    <dgm:cxn modelId="{A74C09BC-D652-4C87-A2CB-34AF64695A50}" srcId="{C937AEE7-3D6A-4BDB-B221-A2D6DA0A7703}" destId="{5C7F5CE4-8D5B-454B-8328-5D28E088D9D9}" srcOrd="1" destOrd="0" parTransId="{7D506558-2B49-4A5B-809B-BE7476FFEF5A}" sibTransId="{952C5EDD-531A-4C50-AD2F-52AC3AAFB119}"/>
    <dgm:cxn modelId="{B7B645C8-04A3-4A6F-A32E-C9510FF8AA59}" type="presOf" srcId="{C937AEE7-3D6A-4BDB-B221-A2D6DA0A7703}" destId="{B415F944-897B-4D9A-9AF7-A4DC1191E365}" srcOrd="0" destOrd="0" presId="urn:microsoft.com/office/officeart/2005/8/layout/vList2"/>
    <dgm:cxn modelId="{2EC31FFB-B0B9-4DC0-9A2D-15B680188DED}" type="presParOf" srcId="{B415F944-897B-4D9A-9AF7-A4DC1191E365}" destId="{24CB47C1-F99F-4498-8CFB-60F81CC052F4}" srcOrd="0" destOrd="0" presId="urn:microsoft.com/office/officeart/2005/8/layout/vList2"/>
    <dgm:cxn modelId="{B4B7B6A5-567E-4C1B-A1B4-34B8F764652C}" type="presParOf" srcId="{B415F944-897B-4D9A-9AF7-A4DC1191E365}" destId="{C07955F3-FD98-4DC0-A80D-D3D9002D10A1}" srcOrd="1" destOrd="0" presId="urn:microsoft.com/office/officeart/2005/8/layout/vList2"/>
    <dgm:cxn modelId="{A2176D6D-8D92-430B-A932-6A8274A3DFCC}" type="presParOf" srcId="{B415F944-897B-4D9A-9AF7-A4DC1191E365}" destId="{68D9D1F6-9878-4B7F-8742-27C95B0C0E86}" srcOrd="2" destOrd="0" presId="urn:microsoft.com/office/officeart/2005/8/layout/vList2"/>
    <dgm:cxn modelId="{B9AE1071-4993-42AC-B8D9-A74D1DEB7B9C}" type="presParOf" srcId="{B415F944-897B-4D9A-9AF7-A4DC1191E365}" destId="{5D8FF1BD-C466-4181-A071-C5D27D2BD1E5}" srcOrd="3" destOrd="0" presId="urn:microsoft.com/office/officeart/2005/8/layout/vList2"/>
    <dgm:cxn modelId="{45FC1941-475A-4264-9A00-7EC36792E9DF}" type="presParOf" srcId="{B415F944-897B-4D9A-9AF7-A4DC1191E365}" destId="{6DCB6F86-7A59-4D2F-AB88-10B59EF87EF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DB06C1F-22D1-4658-9431-9ED25F28E0A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1CF840C-5CE9-4864-B5D2-7F0C32B29C02}">
      <dgm:prSet/>
      <dgm:spPr/>
      <dgm:t>
        <a:bodyPr/>
        <a:lstStyle/>
        <a:p>
          <a:r>
            <a:rPr lang="en-US"/>
            <a:t>Manages install, upgrade, permissions</a:t>
          </a:r>
        </a:p>
      </dgm:t>
    </dgm:pt>
    <dgm:pt modelId="{3CA56E1E-15CC-41EE-B3C6-648A4C04CDA7}" type="parTrans" cxnId="{CCABD138-F751-4B14-9662-58A695E88072}">
      <dgm:prSet/>
      <dgm:spPr/>
      <dgm:t>
        <a:bodyPr/>
        <a:lstStyle/>
        <a:p>
          <a:endParaRPr lang="en-US"/>
        </a:p>
      </dgm:t>
    </dgm:pt>
    <dgm:pt modelId="{46CB8F06-D0F3-47BD-8469-F1F8DA93FBFB}" type="sibTrans" cxnId="{CCABD138-F751-4B14-9662-58A695E88072}">
      <dgm:prSet/>
      <dgm:spPr/>
      <dgm:t>
        <a:bodyPr/>
        <a:lstStyle/>
        <a:p>
          <a:endParaRPr lang="en-US"/>
        </a:p>
      </dgm:t>
    </dgm:pt>
    <dgm:pt modelId="{AFB41D08-057E-41F5-A734-7C1AC72E0AF9}">
      <dgm:prSet/>
      <dgm:spPr/>
      <dgm:t>
        <a:bodyPr/>
        <a:lstStyle/>
        <a:p>
          <a:r>
            <a:rPr lang="en-US"/>
            <a:t>Components:</a:t>
          </a:r>
        </a:p>
      </dgm:t>
    </dgm:pt>
    <dgm:pt modelId="{C328ED33-AF02-491F-A4BC-293AFE66D030}" type="parTrans" cxnId="{2873D46A-35E8-4320-9F4B-FC10A32D0A0B}">
      <dgm:prSet/>
      <dgm:spPr/>
      <dgm:t>
        <a:bodyPr/>
        <a:lstStyle/>
        <a:p>
          <a:endParaRPr lang="en-US"/>
        </a:p>
      </dgm:t>
    </dgm:pt>
    <dgm:pt modelId="{B56B858A-4A66-47D8-BE1C-DD0F64DA4583}" type="sibTrans" cxnId="{2873D46A-35E8-4320-9F4B-FC10A32D0A0B}">
      <dgm:prSet/>
      <dgm:spPr/>
      <dgm:t>
        <a:bodyPr/>
        <a:lstStyle/>
        <a:p>
          <a:endParaRPr lang="en-US"/>
        </a:p>
      </dgm:t>
    </dgm:pt>
    <dgm:pt modelId="{D2FF6F7A-9144-49A3-A7D3-6534DBFFBBB3}">
      <dgm:prSet/>
      <dgm:spPr/>
      <dgm:t>
        <a:bodyPr/>
        <a:lstStyle/>
        <a:p>
          <a:r>
            <a:rPr lang="en-US"/>
            <a:t>- Subscription</a:t>
          </a:r>
        </a:p>
      </dgm:t>
    </dgm:pt>
    <dgm:pt modelId="{6144A906-57DC-48E6-ABD7-D2EE498AEB8C}" type="parTrans" cxnId="{D0856B36-A20D-4CEC-98EA-F5E7432FFD3A}">
      <dgm:prSet/>
      <dgm:spPr/>
      <dgm:t>
        <a:bodyPr/>
        <a:lstStyle/>
        <a:p>
          <a:endParaRPr lang="en-US"/>
        </a:p>
      </dgm:t>
    </dgm:pt>
    <dgm:pt modelId="{5171E8C8-2762-4D03-A1DF-32DF9D52A975}" type="sibTrans" cxnId="{D0856B36-A20D-4CEC-98EA-F5E7432FFD3A}">
      <dgm:prSet/>
      <dgm:spPr/>
      <dgm:t>
        <a:bodyPr/>
        <a:lstStyle/>
        <a:p>
          <a:endParaRPr lang="en-US"/>
        </a:p>
      </dgm:t>
    </dgm:pt>
    <dgm:pt modelId="{81310C65-3A70-4854-BE4A-94A1EDCC5E43}">
      <dgm:prSet/>
      <dgm:spPr/>
      <dgm:t>
        <a:bodyPr/>
        <a:lstStyle/>
        <a:p>
          <a:r>
            <a:rPr lang="en-US"/>
            <a:t>- InstallPlan</a:t>
          </a:r>
        </a:p>
      </dgm:t>
    </dgm:pt>
    <dgm:pt modelId="{ED6DB737-BBAF-4A24-8EFE-CA190BE44D4C}" type="parTrans" cxnId="{E47EF007-3633-4391-963C-CBCBEBFCDC9F}">
      <dgm:prSet/>
      <dgm:spPr/>
      <dgm:t>
        <a:bodyPr/>
        <a:lstStyle/>
        <a:p>
          <a:endParaRPr lang="en-US"/>
        </a:p>
      </dgm:t>
    </dgm:pt>
    <dgm:pt modelId="{4CBFEEBA-CE46-403B-B3A1-D11158E26466}" type="sibTrans" cxnId="{E47EF007-3633-4391-963C-CBCBEBFCDC9F}">
      <dgm:prSet/>
      <dgm:spPr/>
      <dgm:t>
        <a:bodyPr/>
        <a:lstStyle/>
        <a:p>
          <a:endParaRPr lang="en-US"/>
        </a:p>
      </dgm:t>
    </dgm:pt>
    <dgm:pt modelId="{86918B9C-1090-420A-9E3B-F0E2DA7297FA}">
      <dgm:prSet/>
      <dgm:spPr/>
      <dgm:t>
        <a:bodyPr/>
        <a:lstStyle/>
        <a:p>
          <a:r>
            <a:rPr lang="en-US"/>
            <a:t>- CSV</a:t>
          </a:r>
        </a:p>
      </dgm:t>
    </dgm:pt>
    <dgm:pt modelId="{D8BA3364-5478-4180-B124-DDA63BC32328}" type="parTrans" cxnId="{4BD0250A-8B55-4AAA-AFDE-2E6FA94F7484}">
      <dgm:prSet/>
      <dgm:spPr/>
      <dgm:t>
        <a:bodyPr/>
        <a:lstStyle/>
        <a:p>
          <a:endParaRPr lang="en-US"/>
        </a:p>
      </dgm:t>
    </dgm:pt>
    <dgm:pt modelId="{5ED89D5F-2188-43F7-B167-20F088616AC7}" type="sibTrans" cxnId="{4BD0250A-8B55-4AAA-AFDE-2E6FA94F7484}">
      <dgm:prSet/>
      <dgm:spPr/>
      <dgm:t>
        <a:bodyPr/>
        <a:lstStyle/>
        <a:p>
          <a:endParaRPr lang="en-US"/>
        </a:p>
      </dgm:t>
    </dgm:pt>
    <dgm:pt modelId="{57A29A72-4F3C-4659-84A5-427684053C11}" type="pres">
      <dgm:prSet presAssocID="{9DB06C1F-22D1-4658-9431-9ED25F28E0AE}" presName="root" presStyleCnt="0">
        <dgm:presLayoutVars>
          <dgm:dir/>
          <dgm:resizeHandles val="exact"/>
        </dgm:presLayoutVars>
      </dgm:prSet>
      <dgm:spPr/>
    </dgm:pt>
    <dgm:pt modelId="{B5F37CAA-566C-4AA1-8C49-ACEC28A5D29D}" type="pres">
      <dgm:prSet presAssocID="{D1CF840C-5CE9-4864-B5D2-7F0C32B29C02}" presName="compNode" presStyleCnt="0"/>
      <dgm:spPr/>
    </dgm:pt>
    <dgm:pt modelId="{33BE7386-0541-4657-9CE2-A2ACAC7C8FEA}" type="pres">
      <dgm:prSet presAssocID="{D1CF840C-5CE9-4864-B5D2-7F0C32B29C02}" presName="bgRect" presStyleLbl="bgShp" presStyleIdx="0" presStyleCnt="5"/>
      <dgm:spPr/>
    </dgm:pt>
    <dgm:pt modelId="{99BB0F91-DDC8-40BC-9FF7-87F8D9F45D5B}" type="pres">
      <dgm:prSet presAssocID="{D1CF840C-5CE9-4864-B5D2-7F0C32B29C0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struction Worker"/>
        </a:ext>
      </dgm:extLst>
    </dgm:pt>
    <dgm:pt modelId="{A059EA84-7C0F-453F-9E4B-8B6094D5B67D}" type="pres">
      <dgm:prSet presAssocID="{D1CF840C-5CE9-4864-B5D2-7F0C32B29C02}" presName="spaceRect" presStyleCnt="0"/>
      <dgm:spPr/>
    </dgm:pt>
    <dgm:pt modelId="{5E2E6CE4-AEA5-424E-8217-21C19CD50CBA}" type="pres">
      <dgm:prSet presAssocID="{D1CF840C-5CE9-4864-B5D2-7F0C32B29C02}" presName="parTx" presStyleLbl="revTx" presStyleIdx="0" presStyleCnt="5">
        <dgm:presLayoutVars>
          <dgm:chMax val="0"/>
          <dgm:chPref val="0"/>
        </dgm:presLayoutVars>
      </dgm:prSet>
      <dgm:spPr/>
    </dgm:pt>
    <dgm:pt modelId="{900DFE64-CF6C-457D-B218-4A1AE1652E5E}" type="pres">
      <dgm:prSet presAssocID="{46CB8F06-D0F3-47BD-8469-F1F8DA93FBFB}" presName="sibTrans" presStyleCnt="0"/>
      <dgm:spPr/>
    </dgm:pt>
    <dgm:pt modelId="{0231B7DE-89F7-4FEB-A123-565E214C3ABE}" type="pres">
      <dgm:prSet presAssocID="{AFB41D08-057E-41F5-A734-7C1AC72E0AF9}" presName="compNode" presStyleCnt="0"/>
      <dgm:spPr/>
    </dgm:pt>
    <dgm:pt modelId="{37513433-AFE5-4ECE-A9F4-529A457E0348}" type="pres">
      <dgm:prSet presAssocID="{AFB41D08-057E-41F5-A734-7C1AC72E0AF9}" presName="bgRect" presStyleLbl="bgShp" presStyleIdx="1" presStyleCnt="5"/>
      <dgm:spPr/>
    </dgm:pt>
    <dgm:pt modelId="{6450AD0F-D202-406E-BB67-C5DA87295D8B}" type="pres">
      <dgm:prSet presAssocID="{AFB41D08-057E-41F5-A734-7C1AC72E0AF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0BC8460-A46B-4C9C-8887-2846B33CF690}" type="pres">
      <dgm:prSet presAssocID="{AFB41D08-057E-41F5-A734-7C1AC72E0AF9}" presName="spaceRect" presStyleCnt="0"/>
      <dgm:spPr/>
    </dgm:pt>
    <dgm:pt modelId="{61C975EB-1210-4DD9-98D4-ED29D53EEA42}" type="pres">
      <dgm:prSet presAssocID="{AFB41D08-057E-41F5-A734-7C1AC72E0AF9}" presName="parTx" presStyleLbl="revTx" presStyleIdx="1" presStyleCnt="5">
        <dgm:presLayoutVars>
          <dgm:chMax val="0"/>
          <dgm:chPref val="0"/>
        </dgm:presLayoutVars>
      </dgm:prSet>
      <dgm:spPr/>
    </dgm:pt>
    <dgm:pt modelId="{F6018FF7-BCEC-4A85-B4B4-85A0CF4A901B}" type="pres">
      <dgm:prSet presAssocID="{B56B858A-4A66-47D8-BE1C-DD0F64DA4583}" presName="sibTrans" presStyleCnt="0"/>
      <dgm:spPr/>
    </dgm:pt>
    <dgm:pt modelId="{5BE27D6B-E246-4669-8151-50EA5F391AD9}" type="pres">
      <dgm:prSet presAssocID="{D2FF6F7A-9144-49A3-A7D3-6534DBFFBBB3}" presName="compNode" presStyleCnt="0"/>
      <dgm:spPr/>
    </dgm:pt>
    <dgm:pt modelId="{742945C9-6D53-4BF6-9330-FF736E6396C3}" type="pres">
      <dgm:prSet presAssocID="{D2FF6F7A-9144-49A3-A7D3-6534DBFFBBB3}" presName="bgRect" presStyleLbl="bgShp" presStyleIdx="2" presStyleCnt="5"/>
      <dgm:spPr/>
    </dgm:pt>
    <dgm:pt modelId="{956B1415-AA41-4BD1-BF17-1B3D35884365}" type="pres">
      <dgm:prSet presAssocID="{D2FF6F7A-9144-49A3-A7D3-6534DBFFBBB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698B827-41D0-43CD-9359-BDA63058EF64}" type="pres">
      <dgm:prSet presAssocID="{D2FF6F7A-9144-49A3-A7D3-6534DBFFBBB3}" presName="spaceRect" presStyleCnt="0"/>
      <dgm:spPr/>
    </dgm:pt>
    <dgm:pt modelId="{00792977-6122-4AFA-8AF3-1C543251D804}" type="pres">
      <dgm:prSet presAssocID="{D2FF6F7A-9144-49A3-A7D3-6534DBFFBBB3}" presName="parTx" presStyleLbl="revTx" presStyleIdx="2" presStyleCnt="5">
        <dgm:presLayoutVars>
          <dgm:chMax val="0"/>
          <dgm:chPref val="0"/>
        </dgm:presLayoutVars>
      </dgm:prSet>
      <dgm:spPr/>
    </dgm:pt>
    <dgm:pt modelId="{23291B83-48BA-440C-8E80-D9C029EC9BC7}" type="pres">
      <dgm:prSet presAssocID="{5171E8C8-2762-4D03-A1DF-32DF9D52A975}" presName="sibTrans" presStyleCnt="0"/>
      <dgm:spPr/>
    </dgm:pt>
    <dgm:pt modelId="{F4709123-25B9-4788-8CF9-88C117DBB25F}" type="pres">
      <dgm:prSet presAssocID="{81310C65-3A70-4854-BE4A-94A1EDCC5E43}" presName="compNode" presStyleCnt="0"/>
      <dgm:spPr/>
    </dgm:pt>
    <dgm:pt modelId="{BAC8EB76-D1DC-419E-9E7F-E84F007DB6D7}" type="pres">
      <dgm:prSet presAssocID="{81310C65-3A70-4854-BE4A-94A1EDCC5E43}" presName="bgRect" presStyleLbl="bgShp" presStyleIdx="3" presStyleCnt="5"/>
      <dgm:spPr/>
    </dgm:pt>
    <dgm:pt modelId="{E44C5CE9-6A43-4F0A-A590-1019621698B5}" type="pres">
      <dgm:prSet presAssocID="{81310C65-3A70-4854-BE4A-94A1EDCC5E4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etti Ball"/>
        </a:ext>
      </dgm:extLst>
    </dgm:pt>
    <dgm:pt modelId="{F6872A7F-0163-4C31-B80A-A92358212A88}" type="pres">
      <dgm:prSet presAssocID="{81310C65-3A70-4854-BE4A-94A1EDCC5E43}" presName="spaceRect" presStyleCnt="0"/>
      <dgm:spPr/>
    </dgm:pt>
    <dgm:pt modelId="{0B7241C3-7427-40F5-BB15-773E163CDC35}" type="pres">
      <dgm:prSet presAssocID="{81310C65-3A70-4854-BE4A-94A1EDCC5E43}" presName="parTx" presStyleLbl="revTx" presStyleIdx="3" presStyleCnt="5">
        <dgm:presLayoutVars>
          <dgm:chMax val="0"/>
          <dgm:chPref val="0"/>
        </dgm:presLayoutVars>
      </dgm:prSet>
      <dgm:spPr/>
    </dgm:pt>
    <dgm:pt modelId="{7594DA4C-BC33-478A-84FD-9A4ABBA0518E}" type="pres">
      <dgm:prSet presAssocID="{4CBFEEBA-CE46-403B-B3A1-D11158E26466}" presName="sibTrans" presStyleCnt="0"/>
      <dgm:spPr/>
    </dgm:pt>
    <dgm:pt modelId="{C7217483-9761-480D-8690-B55DD2B96138}" type="pres">
      <dgm:prSet presAssocID="{86918B9C-1090-420A-9E3B-F0E2DA7297FA}" presName="compNode" presStyleCnt="0"/>
      <dgm:spPr/>
    </dgm:pt>
    <dgm:pt modelId="{61DF50F2-1DD6-4EBE-8993-825DDFE0E415}" type="pres">
      <dgm:prSet presAssocID="{86918B9C-1090-420A-9E3B-F0E2DA7297FA}" presName="bgRect" presStyleLbl="bgShp" presStyleIdx="4" presStyleCnt="5"/>
      <dgm:spPr/>
    </dgm:pt>
    <dgm:pt modelId="{4E9C3E28-FBE4-487B-8DDC-7F4083799ABF}" type="pres">
      <dgm:prSet presAssocID="{86918B9C-1090-420A-9E3B-F0E2DA7297F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9DD53542-0831-4D1A-AF45-14402873ACD8}" type="pres">
      <dgm:prSet presAssocID="{86918B9C-1090-420A-9E3B-F0E2DA7297FA}" presName="spaceRect" presStyleCnt="0"/>
      <dgm:spPr/>
    </dgm:pt>
    <dgm:pt modelId="{7CB65198-1ECA-487C-BFAF-4CB8D4A56FE4}" type="pres">
      <dgm:prSet presAssocID="{86918B9C-1090-420A-9E3B-F0E2DA7297F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47EF007-3633-4391-963C-CBCBEBFCDC9F}" srcId="{9DB06C1F-22D1-4658-9431-9ED25F28E0AE}" destId="{81310C65-3A70-4854-BE4A-94A1EDCC5E43}" srcOrd="3" destOrd="0" parTransId="{ED6DB737-BBAF-4A24-8EFE-CA190BE44D4C}" sibTransId="{4CBFEEBA-CE46-403B-B3A1-D11158E26466}"/>
    <dgm:cxn modelId="{4BD0250A-8B55-4AAA-AFDE-2E6FA94F7484}" srcId="{9DB06C1F-22D1-4658-9431-9ED25F28E0AE}" destId="{86918B9C-1090-420A-9E3B-F0E2DA7297FA}" srcOrd="4" destOrd="0" parTransId="{D8BA3364-5478-4180-B124-DDA63BC32328}" sibTransId="{5ED89D5F-2188-43F7-B167-20F088616AC7}"/>
    <dgm:cxn modelId="{D0856B36-A20D-4CEC-98EA-F5E7432FFD3A}" srcId="{9DB06C1F-22D1-4658-9431-9ED25F28E0AE}" destId="{D2FF6F7A-9144-49A3-A7D3-6534DBFFBBB3}" srcOrd="2" destOrd="0" parTransId="{6144A906-57DC-48E6-ABD7-D2EE498AEB8C}" sibTransId="{5171E8C8-2762-4D03-A1DF-32DF9D52A975}"/>
    <dgm:cxn modelId="{CCABD138-F751-4B14-9662-58A695E88072}" srcId="{9DB06C1F-22D1-4658-9431-9ED25F28E0AE}" destId="{D1CF840C-5CE9-4864-B5D2-7F0C32B29C02}" srcOrd="0" destOrd="0" parTransId="{3CA56E1E-15CC-41EE-B3C6-648A4C04CDA7}" sibTransId="{46CB8F06-D0F3-47BD-8469-F1F8DA93FBFB}"/>
    <dgm:cxn modelId="{C01B033A-632D-41D1-9FF6-6B6C926DC86E}" type="presOf" srcId="{AFB41D08-057E-41F5-A734-7C1AC72E0AF9}" destId="{61C975EB-1210-4DD9-98D4-ED29D53EEA42}" srcOrd="0" destOrd="0" presId="urn:microsoft.com/office/officeart/2018/2/layout/IconVerticalSolidList"/>
    <dgm:cxn modelId="{2873D46A-35E8-4320-9F4B-FC10A32D0A0B}" srcId="{9DB06C1F-22D1-4658-9431-9ED25F28E0AE}" destId="{AFB41D08-057E-41F5-A734-7C1AC72E0AF9}" srcOrd="1" destOrd="0" parTransId="{C328ED33-AF02-491F-A4BC-293AFE66D030}" sibTransId="{B56B858A-4A66-47D8-BE1C-DD0F64DA4583}"/>
    <dgm:cxn modelId="{39DF0BA2-6E9C-4401-B958-0664D48662E7}" type="presOf" srcId="{9DB06C1F-22D1-4658-9431-9ED25F28E0AE}" destId="{57A29A72-4F3C-4659-84A5-427684053C11}" srcOrd="0" destOrd="0" presId="urn:microsoft.com/office/officeart/2018/2/layout/IconVerticalSolidList"/>
    <dgm:cxn modelId="{73193AAD-68B5-4EB4-B807-262DFEAFA186}" type="presOf" srcId="{81310C65-3A70-4854-BE4A-94A1EDCC5E43}" destId="{0B7241C3-7427-40F5-BB15-773E163CDC35}" srcOrd="0" destOrd="0" presId="urn:microsoft.com/office/officeart/2018/2/layout/IconVerticalSolidList"/>
    <dgm:cxn modelId="{9C780CCC-EFB4-4F1B-910D-0267A39F839B}" type="presOf" srcId="{86918B9C-1090-420A-9E3B-F0E2DA7297FA}" destId="{7CB65198-1ECA-487C-BFAF-4CB8D4A56FE4}" srcOrd="0" destOrd="0" presId="urn:microsoft.com/office/officeart/2018/2/layout/IconVerticalSolidList"/>
    <dgm:cxn modelId="{93AE3AD2-53E0-4987-8265-533EF28DC7AE}" type="presOf" srcId="{D2FF6F7A-9144-49A3-A7D3-6534DBFFBBB3}" destId="{00792977-6122-4AFA-8AF3-1C543251D804}" srcOrd="0" destOrd="0" presId="urn:microsoft.com/office/officeart/2018/2/layout/IconVerticalSolidList"/>
    <dgm:cxn modelId="{82AA6AE3-6C36-40D7-9F26-D5F5D09C177A}" type="presOf" srcId="{D1CF840C-5CE9-4864-B5D2-7F0C32B29C02}" destId="{5E2E6CE4-AEA5-424E-8217-21C19CD50CBA}" srcOrd="0" destOrd="0" presId="urn:microsoft.com/office/officeart/2018/2/layout/IconVerticalSolidList"/>
    <dgm:cxn modelId="{C46ED730-F542-4DC6-8FF9-104E6BB04140}" type="presParOf" srcId="{57A29A72-4F3C-4659-84A5-427684053C11}" destId="{B5F37CAA-566C-4AA1-8C49-ACEC28A5D29D}" srcOrd="0" destOrd="0" presId="urn:microsoft.com/office/officeart/2018/2/layout/IconVerticalSolidList"/>
    <dgm:cxn modelId="{5704FBF4-F825-476D-8709-AE386859743A}" type="presParOf" srcId="{B5F37CAA-566C-4AA1-8C49-ACEC28A5D29D}" destId="{33BE7386-0541-4657-9CE2-A2ACAC7C8FEA}" srcOrd="0" destOrd="0" presId="urn:microsoft.com/office/officeart/2018/2/layout/IconVerticalSolidList"/>
    <dgm:cxn modelId="{90821097-7FDD-41DD-BBF7-5FA3A4D2EEBE}" type="presParOf" srcId="{B5F37CAA-566C-4AA1-8C49-ACEC28A5D29D}" destId="{99BB0F91-DDC8-40BC-9FF7-87F8D9F45D5B}" srcOrd="1" destOrd="0" presId="urn:microsoft.com/office/officeart/2018/2/layout/IconVerticalSolidList"/>
    <dgm:cxn modelId="{36CDEE8B-6CC4-42C9-AA5D-D0E63C5D7349}" type="presParOf" srcId="{B5F37CAA-566C-4AA1-8C49-ACEC28A5D29D}" destId="{A059EA84-7C0F-453F-9E4B-8B6094D5B67D}" srcOrd="2" destOrd="0" presId="urn:microsoft.com/office/officeart/2018/2/layout/IconVerticalSolidList"/>
    <dgm:cxn modelId="{A022C4CA-6872-4E9B-978D-14036C3607CA}" type="presParOf" srcId="{B5F37CAA-566C-4AA1-8C49-ACEC28A5D29D}" destId="{5E2E6CE4-AEA5-424E-8217-21C19CD50CBA}" srcOrd="3" destOrd="0" presId="urn:microsoft.com/office/officeart/2018/2/layout/IconVerticalSolidList"/>
    <dgm:cxn modelId="{DECA2A79-B718-41F1-A29F-6D474992DBFC}" type="presParOf" srcId="{57A29A72-4F3C-4659-84A5-427684053C11}" destId="{900DFE64-CF6C-457D-B218-4A1AE1652E5E}" srcOrd="1" destOrd="0" presId="urn:microsoft.com/office/officeart/2018/2/layout/IconVerticalSolidList"/>
    <dgm:cxn modelId="{4E78E0BB-7801-47F8-B673-16631BD733A3}" type="presParOf" srcId="{57A29A72-4F3C-4659-84A5-427684053C11}" destId="{0231B7DE-89F7-4FEB-A123-565E214C3ABE}" srcOrd="2" destOrd="0" presId="urn:microsoft.com/office/officeart/2018/2/layout/IconVerticalSolidList"/>
    <dgm:cxn modelId="{7FEFF96F-F58F-4E7E-AA68-C95D681444D5}" type="presParOf" srcId="{0231B7DE-89F7-4FEB-A123-565E214C3ABE}" destId="{37513433-AFE5-4ECE-A9F4-529A457E0348}" srcOrd="0" destOrd="0" presId="urn:microsoft.com/office/officeart/2018/2/layout/IconVerticalSolidList"/>
    <dgm:cxn modelId="{55E2FE18-0D8C-4A57-A5EC-526B697B9AD9}" type="presParOf" srcId="{0231B7DE-89F7-4FEB-A123-565E214C3ABE}" destId="{6450AD0F-D202-406E-BB67-C5DA87295D8B}" srcOrd="1" destOrd="0" presId="urn:microsoft.com/office/officeart/2018/2/layout/IconVerticalSolidList"/>
    <dgm:cxn modelId="{9FF6BEA9-4F4D-4B80-88A0-E98788FEEDAE}" type="presParOf" srcId="{0231B7DE-89F7-4FEB-A123-565E214C3ABE}" destId="{90BC8460-A46B-4C9C-8887-2846B33CF690}" srcOrd="2" destOrd="0" presId="urn:microsoft.com/office/officeart/2018/2/layout/IconVerticalSolidList"/>
    <dgm:cxn modelId="{102C19C0-EF1D-4220-8C00-E88C9DE0051B}" type="presParOf" srcId="{0231B7DE-89F7-4FEB-A123-565E214C3ABE}" destId="{61C975EB-1210-4DD9-98D4-ED29D53EEA42}" srcOrd="3" destOrd="0" presId="urn:microsoft.com/office/officeart/2018/2/layout/IconVerticalSolidList"/>
    <dgm:cxn modelId="{237D9881-4900-4CE1-8C9A-E15F1F32DF90}" type="presParOf" srcId="{57A29A72-4F3C-4659-84A5-427684053C11}" destId="{F6018FF7-BCEC-4A85-B4B4-85A0CF4A901B}" srcOrd="3" destOrd="0" presId="urn:microsoft.com/office/officeart/2018/2/layout/IconVerticalSolidList"/>
    <dgm:cxn modelId="{815922E2-F5A0-4B7D-962F-EE4C6A958618}" type="presParOf" srcId="{57A29A72-4F3C-4659-84A5-427684053C11}" destId="{5BE27D6B-E246-4669-8151-50EA5F391AD9}" srcOrd="4" destOrd="0" presId="urn:microsoft.com/office/officeart/2018/2/layout/IconVerticalSolidList"/>
    <dgm:cxn modelId="{1340A5E5-B7DC-4CBE-9014-EC277A7B8363}" type="presParOf" srcId="{5BE27D6B-E246-4669-8151-50EA5F391AD9}" destId="{742945C9-6D53-4BF6-9330-FF736E6396C3}" srcOrd="0" destOrd="0" presId="urn:microsoft.com/office/officeart/2018/2/layout/IconVerticalSolidList"/>
    <dgm:cxn modelId="{A32943CC-429C-4F80-AFF9-619CC0A5AF6A}" type="presParOf" srcId="{5BE27D6B-E246-4669-8151-50EA5F391AD9}" destId="{956B1415-AA41-4BD1-BF17-1B3D35884365}" srcOrd="1" destOrd="0" presId="urn:microsoft.com/office/officeart/2018/2/layout/IconVerticalSolidList"/>
    <dgm:cxn modelId="{6CAC6AEC-17B3-4E8E-BD5B-BC3AA843543A}" type="presParOf" srcId="{5BE27D6B-E246-4669-8151-50EA5F391AD9}" destId="{0698B827-41D0-43CD-9359-BDA63058EF64}" srcOrd="2" destOrd="0" presId="urn:microsoft.com/office/officeart/2018/2/layout/IconVerticalSolidList"/>
    <dgm:cxn modelId="{4708B827-080D-4FAE-A04A-597EB48F71BD}" type="presParOf" srcId="{5BE27D6B-E246-4669-8151-50EA5F391AD9}" destId="{00792977-6122-4AFA-8AF3-1C543251D804}" srcOrd="3" destOrd="0" presId="urn:microsoft.com/office/officeart/2018/2/layout/IconVerticalSolidList"/>
    <dgm:cxn modelId="{40D76881-8933-4C6E-9E80-FD90F9CD5FDF}" type="presParOf" srcId="{57A29A72-4F3C-4659-84A5-427684053C11}" destId="{23291B83-48BA-440C-8E80-D9C029EC9BC7}" srcOrd="5" destOrd="0" presId="urn:microsoft.com/office/officeart/2018/2/layout/IconVerticalSolidList"/>
    <dgm:cxn modelId="{5F070142-5347-4EA0-94DE-13C72AB41B64}" type="presParOf" srcId="{57A29A72-4F3C-4659-84A5-427684053C11}" destId="{F4709123-25B9-4788-8CF9-88C117DBB25F}" srcOrd="6" destOrd="0" presId="urn:microsoft.com/office/officeart/2018/2/layout/IconVerticalSolidList"/>
    <dgm:cxn modelId="{EE539313-5BDB-4847-BE73-A29B297B5F34}" type="presParOf" srcId="{F4709123-25B9-4788-8CF9-88C117DBB25F}" destId="{BAC8EB76-D1DC-419E-9E7F-E84F007DB6D7}" srcOrd="0" destOrd="0" presId="urn:microsoft.com/office/officeart/2018/2/layout/IconVerticalSolidList"/>
    <dgm:cxn modelId="{3541A023-0668-4E1D-9280-5C9470C758D5}" type="presParOf" srcId="{F4709123-25B9-4788-8CF9-88C117DBB25F}" destId="{E44C5CE9-6A43-4F0A-A590-1019621698B5}" srcOrd="1" destOrd="0" presId="urn:microsoft.com/office/officeart/2018/2/layout/IconVerticalSolidList"/>
    <dgm:cxn modelId="{B6B4B015-E1BA-4B5F-8E05-034190840211}" type="presParOf" srcId="{F4709123-25B9-4788-8CF9-88C117DBB25F}" destId="{F6872A7F-0163-4C31-B80A-A92358212A88}" srcOrd="2" destOrd="0" presId="urn:microsoft.com/office/officeart/2018/2/layout/IconVerticalSolidList"/>
    <dgm:cxn modelId="{455A1E03-CD95-4921-9146-54A93CB0C507}" type="presParOf" srcId="{F4709123-25B9-4788-8CF9-88C117DBB25F}" destId="{0B7241C3-7427-40F5-BB15-773E163CDC35}" srcOrd="3" destOrd="0" presId="urn:microsoft.com/office/officeart/2018/2/layout/IconVerticalSolidList"/>
    <dgm:cxn modelId="{BB48F976-CAD2-4237-B26E-014E02405BA4}" type="presParOf" srcId="{57A29A72-4F3C-4659-84A5-427684053C11}" destId="{7594DA4C-BC33-478A-84FD-9A4ABBA0518E}" srcOrd="7" destOrd="0" presId="urn:microsoft.com/office/officeart/2018/2/layout/IconVerticalSolidList"/>
    <dgm:cxn modelId="{8DAD77A4-030E-46C7-9C77-9FF1F4733B0B}" type="presParOf" srcId="{57A29A72-4F3C-4659-84A5-427684053C11}" destId="{C7217483-9761-480D-8690-B55DD2B96138}" srcOrd="8" destOrd="0" presId="urn:microsoft.com/office/officeart/2018/2/layout/IconVerticalSolidList"/>
    <dgm:cxn modelId="{143DB859-DD52-4A30-96E5-093699D11DE2}" type="presParOf" srcId="{C7217483-9761-480D-8690-B55DD2B96138}" destId="{61DF50F2-1DD6-4EBE-8993-825DDFE0E415}" srcOrd="0" destOrd="0" presId="urn:microsoft.com/office/officeart/2018/2/layout/IconVerticalSolidList"/>
    <dgm:cxn modelId="{568BDB0B-3AE4-4981-B50D-06308DF732A8}" type="presParOf" srcId="{C7217483-9761-480D-8690-B55DD2B96138}" destId="{4E9C3E28-FBE4-487B-8DDC-7F4083799ABF}" srcOrd="1" destOrd="0" presId="urn:microsoft.com/office/officeart/2018/2/layout/IconVerticalSolidList"/>
    <dgm:cxn modelId="{E3D6BBF4-D25C-44CD-88E3-3ACE4404F2B6}" type="presParOf" srcId="{C7217483-9761-480D-8690-B55DD2B96138}" destId="{9DD53542-0831-4D1A-AF45-14402873ACD8}" srcOrd="2" destOrd="0" presId="urn:microsoft.com/office/officeart/2018/2/layout/IconVerticalSolidList"/>
    <dgm:cxn modelId="{71CFEBBD-60E0-48CD-BF97-DCE549B963F8}" type="presParOf" srcId="{C7217483-9761-480D-8690-B55DD2B96138}" destId="{7CB65198-1ECA-487C-BFAF-4CB8D4A56FE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1E6336-2F00-475C-B4B0-CD282A010A7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A0E9C2A-AF09-4B0A-B513-C0DEF21FF931}">
      <dgm:prSet/>
      <dgm:spPr/>
      <dgm:t>
        <a:bodyPr/>
        <a:lstStyle/>
        <a:p>
          <a:pPr>
            <a:defRPr cap="all"/>
          </a:pPr>
          <a:r>
            <a:rPr lang="en-US"/>
            <a:t>oc get operators -A</a:t>
          </a:r>
        </a:p>
      </dgm:t>
    </dgm:pt>
    <dgm:pt modelId="{C56CC037-3D4A-47DD-8FC2-1D2D47653D0F}" type="parTrans" cxnId="{DD9A524D-AAA0-484F-A2F7-19DD3EA65398}">
      <dgm:prSet/>
      <dgm:spPr/>
      <dgm:t>
        <a:bodyPr/>
        <a:lstStyle/>
        <a:p>
          <a:endParaRPr lang="en-US"/>
        </a:p>
      </dgm:t>
    </dgm:pt>
    <dgm:pt modelId="{35514F8B-4F43-42D0-90E7-25D35ADC5AE6}" type="sibTrans" cxnId="{DD9A524D-AAA0-484F-A2F7-19DD3EA65398}">
      <dgm:prSet/>
      <dgm:spPr/>
      <dgm:t>
        <a:bodyPr/>
        <a:lstStyle/>
        <a:p>
          <a:endParaRPr lang="en-US"/>
        </a:p>
      </dgm:t>
    </dgm:pt>
    <dgm:pt modelId="{162A86B1-7467-43EB-8A1E-6D75BFA7061B}">
      <dgm:prSet/>
      <dgm:spPr/>
      <dgm:t>
        <a:bodyPr/>
        <a:lstStyle/>
        <a:p>
          <a:pPr>
            <a:defRPr cap="all"/>
          </a:pPr>
          <a:r>
            <a:rPr lang="en-US"/>
            <a:t>oc get csv -A</a:t>
          </a:r>
        </a:p>
      </dgm:t>
    </dgm:pt>
    <dgm:pt modelId="{24487C62-9744-49BB-A0A1-48FB49695596}" type="parTrans" cxnId="{02459987-CE2E-42E6-B71C-0410154297F2}">
      <dgm:prSet/>
      <dgm:spPr/>
      <dgm:t>
        <a:bodyPr/>
        <a:lstStyle/>
        <a:p>
          <a:endParaRPr lang="en-US"/>
        </a:p>
      </dgm:t>
    </dgm:pt>
    <dgm:pt modelId="{814715D3-2DB2-4BF9-9484-2268F325A295}" type="sibTrans" cxnId="{02459987-CE2E-42E6-B71C-0410154297F2}">
      <dgm:prSet/>
      <dgm:spPr/>
      <dgm:t>
        <a:bodyPr/>
        <a:lstStyle/>
        <a:p>
          <a:endParaRPr lang="en-US"/>
        </a:p>
      </dgm:t>
    </dgm:pt>
    <dgm:pt modelId="{436DD024-CF01-4285-A707-0C71CA4D3E99}">
      <dgm:prSet/>
      <dgm:spPr/>
      <dgm:t>
        <a:bodyPr/>
        <a:lstStyle/>
        <a:p>
          <a:pPr>
            <a:defRPr cap="all"/>
          </a:pPr>
          <a:r>
            <a:rPr lang="en-US"/>
            <a:t>oc get catalogsource -n openshift-marketplace</a:t>
          </a:r>
        </a:p>
      </dgm:t>
    </dgm:pt>
    <dgm:pt modelId="{0E82C2C6-945F-40B9-BA81-5CA07057641F}" type="parTrans" cxnId="{F8080D95-8885-4D5E-AD58-D139693DBBA2}">
      <dgm:prSet/>
      <dgm:spPr/>
      <dgm:t>
        <a:bodyPr/>
        <a:lstStyle/>
        <a:p>
          <a:endParaRPr lang="en-US"/>
        </a:p>
      </dgm:t>
    </dgm:pt>
    <dgm:pt modelId="{4D04B1EC-1484-4819-9F71-6B9F1DA3E082}" type="sibTrans" cxnId="{F8080D95-8885-4D5E-AD58-D139693DBBA2}">
      <dgm:prSet/>
      <dgm:spPr/>
      <dgm:t>
        <a:bodyPr/>
        <a:lstStyle/>
        <a:p>
          <a:endParaRPr lang="en-US"/>
        </a:p>
      </dgm:t>
    </dgm:pt>
    <dgm:pt modelId="{FBB1D67A-A52A-4B06-BF7B-7C603518AD11}" type="pres">
      <dgm:prSet presAssocID="{081E6336-2F00-475C-B4B0-CD282A010A77}" presName="root" presStyleCnt="0">
        <dgm:presLayoutVars>
          <dgm:dir/>
          <dgm:resizeHandles val="exact"/>
        </dgm:presLayoutVars>
      </dgm:prSet>
      <dgm:spPr/>
    </dgm:pt>
    <dgm:pt modelId="{726F2E89-277E-45FF-9CA7-F3BB954ACC4B}" type="pres">
      <dgm:prSet presAssocID="{3A0E9C2A-AF09-4B0A-B513-C0DEF21FF931}" presName="compNode" presStyleCnt="0"/>
      <dgm:spPr/>
    </dgm:pt>
    <dgm:pt modelId="{725D5750-E600-4250-90C6-95C4252DE3B7}" type="pres">
      <dgm:prSet presAssocID="{3A0E9C2A-AF09-4B0A-B513-C0DEF21FF931}" presName="iconBgRect" presStyleLbl="bgShp" presStyleIdx="0" presStyleCnt="3"/>
      <dgm:spPr/>
    </dgm:pt>
    <dgm:pt modelId="{49CF33A9-AB82-4EBB-8039-D1E3DA6578AB}" type="pres">
      <dgm:prSet presAssocID="{3A0E9C2A-AF09-4B0A-B513-C0DEF21FF93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A4D55973-5960-4518-810B-F7132A4298A0}" type="pres">
      <dgm:prSet presAssocID="{3A0E9C2A-AF09-4B0A-B513-C0DEF21FF931}" presName="spaceRect" presStyleCnt="0"/>
      <dgm:spPr/>
    </dgm:pt>
    <dgm:pt modelId="{0CEDE156-D962-490C-8CF0-BA7395300A2F}" type="pres">
      <dgm:prSet presAssocID="{3A0E9C2A-AF09-4B0A-B513-C0DEF21FF931}" presName="textRect" presStyleLbl="revTx" presStyleIdx="0" presStyleCnt="3">
        <dgm:presLayoutVars>
          <dgm:chMax val="1"/>
          <dgm:chPref val="1"/>
        </dgm:presLayoutVars>
      </dgm:prSet>
      <dgm:spPr/>
    </dgm:pt>
    <dgm:pt modelId="{EC027555-D37A-43D4-8295-74650ADD4C06}" type="pres">
      <dgm:prSet presAssocID="{35514F8B-4F43-42D0-90E7-25D35ADC5AE6}" presName="sibTrans" presStyleCnt="0"/>
      <dgm:spPr/>
    </dgm:pt>
    <dgm:pt modelId="{B667C168-1554-406D-8C92-1390A2D55D37}" type="pres">
      <dgm:prSet presAssocID="{162A86B1-7467-43EB-8A1E-6D75BFA7061B}" presName="compNode" presStyleCnt="0"/>
      <dgm:spPr/>
    </dgm:pt>
    <dgm:pt modelId="{9FAA42EA-CDA6-49FB-8622-0FEDF3CFA127}" type="pres">
      <dgm:prSet presAssocID="{162A86B1-7467-43EB-8A1E-6D75BFA7061B}" presName="iconBgRect" presStyleLbl="bgShp" presStyleIdx="1" presStyleCnt="3"/>
      <dgm:spPr/>
    </dgm:pt>
    <dgm:pt modelId="{54CA8078-5396-448F-9B1F-1B7317C18DBE}" type="pres">
      <dgm:prSet presAssocID="{162A86B1-7467-43EB-8A1E-6D75BFA7061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9722105-9902-4A80-BB31-7542EECBDA04}" type="pres">
      <dgm:prSet presAssocID="{162A86B1-7467-43EB-8A1E-6D75BFA7061B}" presName="spaceRect" presStyleCnt="0"/>
      <dgm:spPr/>
    </dgm:pt>
    <dgm:pt modelId="{D4D33DCD-7D39-4CC5-B574-9B388F946C1A}" type="pres">
      <dgm:prSet presAssocID="{162A86B1-7467-43EB-8A1E-6D75BFA7061B}" presName="textRect" presStyleLbl="revTx" presStyleIdx="1" presStyleCnt="3">
        <dgm:presLayoutVars>
          <dgm:chMax val="1"/>
          <dgm:chPref val="1"/>
        </dgm:presLayoutVars>
      </dgm:prSet>
      <dgm:spPr/>
    </dgm:pt>
    <dgm:pt modelId="{BB1F391F-216E-4175-835C-971C0020D2A1}" type="pres">
      <dgm:prSet presAssocID="{814715D3-2DB2-4BF9-9484-2268F325A295}" presName="sibTrans" presStyleCnt="0"/>
      <dgm:spPr/>
    </dgm:pt>
    <dgm:pt modelId="{524EF713-D1A3-45C0-A31B-96AC325074B8}" type="pres">
      <dgm:prSet presAssocID="{436DD024-CF01-4285-A707-0C71CA4D3E99}" presName="compNode" presStyleCnt="0"/>
      <dgm:spPr/>
    </dgm:pt>
    <dgm:pt modelId="{CBB0E069-4373-4C73-A7C5-122C927BE1C8}" type="pres">
      <dgm:prSet presAssocID="{436DD024-CF01-4285-A707-0C71CA4D3E99}" presName="iconBgRect" presStyleLbl="bgShp" presStyleIdx="2" presStyleCnt="3"/>
      <dgm:spPr/>
    </dgm:pt>
    <dgm:pt modelId="{0E2E865A-3691-4039-91FE-816C054B35DC}" type="pres">
      <dgm:prSet presAssocID="{436DD024-CF01-4285-A707-0C71CA4D3E9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D3F477A6-EE1E-4630-8B60-F73BC7373623}" type="pres">
      <dgm:prSet presAssocID="{436DD024-CF01-4285-A707-0C71CA4D3E99}" presName="spaceRect" presStyleCnt="0"/>
      <dgm:spPr/>
    </dgm:pt>
    <dgm:pt modelId="{F77E9E32-3543-4755-AE5A-94CBC4287BCA}" type="pres">
      <dgm:prSet presAssocID="{436DD024-CF01-4285-A707-0C71CA4D3E9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F7CC102-E6A4-41AE-B862-BDC673C6C0E2}" type="presOf" srcId="{081E6336-2F00-475C-B4B0-CD282A010A77}" destId="{FBB1D67A-A52A-4B06-BF7B-7C603518AD11}" srcOrd="0" destOrd="0" presId="urn:microsoft.com/office/officeart/2018/5/layout/IconCircleLabelList"/>
    <dgm:cxn modelId="{DD9A524D-AAA0-484F-A2F7-19DD3EA65398}" srcId="{081E6336-2F00-475C-B4B0-CD282A010A77}" destId="{3A0E9C2A-AF09-4B0A-B513-C0DEF21FF931}" srcOrd="0" destOrd="0" parTransId="{C56CC037-3D4A-47DD-8FC2-1D2D47653D0F}" sibTransId="{35514F8B-4F43-42D0-90E7-25D35ADC5AE6}"/>
    <dgm:cxn modelId="{88A67873-6904-4E10-AA48-E8292FE421EB}" type="presOf" srcId="{3A0E9C2A-AF09-4B0A-B513-C0DEF21FF931}" destId="{0CEDE156-D962-490C-8CF0-BA7395300A2F}" srcOrd="0" destOrd="0" presId="urn:microsoft.com/office/officeart/2018/5/layout/IconCircleLabelList"/>
    <dgm:cxn modelId="{02459987-CE2E-42E6-B71C-0410154297F2}" srcId="{081E6336-2F00-475C-B4B0-CD282A010A77}" destId="{162A86B1-7467-43EB-8A1E-6D75BFA7061B}" srcOrd="1" destOrd="0" parTransId="{24487C62-9744-49BB-A0A1-48FB49695596}" sibTransId="{814715D3-2DB2-4BF9-9484-2268F325A295}"/>
    <dgm:cxn modelId="{F8080D95-8885-4D5E-AD58-D139693DBBA2}" srcId="{081E6336-2F00-475C-B4B0-CD282A010A77}" destId="{436DD024-CF01-4285-A707-0C71CA4D3E99}" srcOrd="2" destOrd="0" parTransId="{0E82C2C6-945F-40B9-BA81-5CA07057641F}" sibTransId="{4D04B1EC-1484-4819-9F71-6B9F1DA3E082}"/>
    <dgm:cxn modelId="{437A18A9-D299-4124-9914-DE799FFCC841}" type="presOf" srcId="{162A86B1-7467-43EB-8A1E-6D75BFA7061B}" destId="{D4D33DCD-7D39-4CC5-B574-9B388F946C1A}" srcOrd="0" destOrd="0" presId="urn:microsoft.com/office/officeart/2018/5/layout/IconCircleLabelList"/>
    <dgm:cxn modelId="{1383CFFF-BCBD-49FA-8E29-A4CAD1310CAA}" type="presOf" srcId="{436DD024-CF01-4285-A707-0C71CA4D3E99}" destId="{F77E9E32-3543-4755-AE5A-94CBC4287BCA}" srcOrd="0" destOrd="0" presId="urn:microsoft.com/office/officeart/2018/5/layout/IconCircleLabelList"/>
    <dgm:cxn modelId="{EE36F294-0099-4D5B-B432-4E1EC3351320}" type="presParOf" srcId="{FBB1D67A-A52A-4B06-BF7B-7C603518AD11}" destId="{726F2E89-277E-45FF-9CA7-F3BB954ACC4B}" srcOrd="0" destOrd="0" presId="urn:microsoft.com/office/officeart/2018/5/layout/IconCircleLabelList"/>
    <dgm:cxn modelId="{1BB41C55-C149-49ED-931C-A66B87B7BFA5}" type="presParOf" srcId="{726F2E89-277E-45FF-9CA7-F3BB954ACC4B}" destId="{725D5750-E600-4250-90C6-95C4252DE3B7}" srcOrd="0" destOrd="0" presId="urn:microsoft.com/office/officeart/2018/5/layout/IconCircleLabelList"/>
    <dgm:cxn modelId="{130822D2-D70F-4DF3-9797-9BAC19478E73}" type="presParOf" srcId="{726F2E89-277E-45FF-9CA7-F3BB954ACC4B}" destId="{49CF33A9-AB82-4EBB-8039-D1E3DA6578AB}" srcOrd="1" destOrd="0" presId="urn:microsoft.com/office/officeart/2018/5/layout/IconCircleLabelList"/>
    <dgm:cxn modelId="{4734DA8C-9B73-405D-9987-AEBD68145288}" type="presParOf" srcId="{726F2E89-277E-45FF-9CA7-F3BB954ACC4B}" destId="{A4D55973-5960-4518-810B-F7132A4298A0}" srcOrd="2" destOrd="0" presId="urn:microsoft.com/office/officeart/2018/5/layout/IconCircleLabelList"/>
    <dgm:cxn modelId="{41C43A03-C6B4-415B-B71B-27AFC425B26B}" type="presParOf" srcId="{726F2E89-277E-45FF-9CA7-F3BB954ACC4B}" destId="{0CEDE156-D962-490C-8CF0-BA7395300A2F}" srcOrd="3" destOrd="0" presId="urn:microsoft.com/office/officeart/2018/5/layout/IconCircleLabelList"/>
    <dgm:cxn modelId="{6F5D7DC9-0D88-4956-99B6-1F31FB50FC44}" type="presParOf" srcId="{FBB1D67A-A52A-4B06-BF7B-7C603518AD11}" destId="{EC027555-D37A-43D4-8295-74650ADD4C06}" srcOrd="1" destOrd="0" presId="urn:microsoft.com/office/officeart/2018/5/layout/IconCircleLabelList"/>
    <dgm:cxn modelId="{489D7130-4691-4F82-A8D7-4E27DFA11910}" type="presParOf" srcId="{FBB1D67A-A52A-4B06-BF7B-7C603518AD11}" destId="{B667C168-1554-406D-8C92-1390A2D55D37}" srcOrd="2" destOrd="0" presId="urn:microsoft.com/office/officeart/2018/5/layout/IconCircleLabelList"/>
    <dgm:cxn modelId="{E6CFEA1C-18FF-4D9B-AEF3-40017F57A9E0}" type="presParOf" srcId="{B667C168-1554-406D-8C92-1390A2D55D37}" destId="{9FAA42EA-CDA6-49FB-8622-0FEDF3CFA127}" srcOrd="0" destOrd="0" presId="urn:microsoft.com/office/officeart/2018/5/layout/IconCircleLabelList"/>
    <dgm:cxn modelId="{D910093D-0E9A-4822-BCBE-9433E481F570}" type="presParOf" srcId="{B667C168-1554-406D-8C92-1390A2D55D37}" destId="{54CA8078-5396-448F-9B1F-1B7317C18DBE}" srcOrd="1" destOrd="0" presId="urn:microsoft.com/office/officeart/2018/5/layout/IconCircleLabelList"/>
    <dgm:cxn modelId="{6934F278-A5AA-41E8-8C48-1C113C68A593}" type="presParOf" srcId="{B667C168-1554-406D-8C92-1390A2D55D37}" destId="{29722105-9902-4A80-BB31-7542EECBDA04}" srcOrd="2" destOrd="0" presId="urn:microsoft.com/office/officeart/2018/5/layout/IconCircleLabelList"/>
    <dgm:cxn modelId="{9B8EB25A-0CC4-4994-BE4F-1281FECF84B3}" type="presParOf" srcId="{B667C168-1554-406D-8C92-1390A2D55D37}" destId="{D4D33DCD-7D39-4CC5-B574-9B388F946C1A}" srcOrd="3" destOrd="0" presId="urn:microsoft.com/office/officeart/2018/5/layout/IconCircleLabelList"/>
    <dgm:cxn modelId="{08E6547A-42A4-42E9-BF87-631BBA60508B}" type="presParOf" srcId="{FBB1D67A-A52A-4B06-BF7B-7C603518AD11}" destId="{BB1F391F-216E-4175-835C-971C0020D2A1}" srcOrd="3" destOrd="0" presId="urn:microsoft.com/office/officeart/2018/5/layout/IconCircleLabelList"/>
    <dgm:cxn modelId="{B94AD813-0654-4C4B-8EF0-221E94C3EBF2}" type="presParOf" srcId="{FBB1D67A-A52A-4B06-BF7B-7C603518AD11}" destId="{524EF713-D1A3-45C0-A31B-96AC325074B8}" srcOrd="4" destOrd="0" presId="urn:microsoft.com/office/officeart/2018/5/layout/IconCircleLabelList"/>
    <dgm:cxn modelId="{74EC0813-2324-4E46-99EE-A577ABE192A6}" type="presParOf" srcId="{524EF713-D1A3-45C0-A31B-96AC325074B8}" destId="{CBB0E069-4373-4C73-A7C5-122C927BE1C8}" srcOrd="0" destOrd="0" presId="urn:microsoft.com/office/officeart/2018/5/layout/IconCircleLabelList"/>
    <dgm:cxn modelId="{1062B02F-BDE7-48D2-95B1-DD77F85EFBCC}" type="presParOf" srcId="{524EF713-D1A3-45C0-A31B-96AC325074B8}" destId="{0E2E865A-3691-4039-91FE-816C054B35DC}" srcOrd="1" destOrd="0" presId="urn:microsoft.com/office/officeart/2018/5/layout/IconCircleLabelList"/>
    <dgm:cxn modelId="{628921DB-0DA1-4E1E-8883-CBC32AC2B76A}" type="presParOf" srcId="{524EF713-D1A3-45C0-A31B-96AC325074B8}" destId="{D3F477A6-EE1E-4630-8B60-F73BC7373623}" srcOrd="2" destOrd="0" presId="urn:microsoft.com/office/officeart/2018/5/layout/IconCircleLabelList"/>
    <dgm:cxn modelId="{A84DA4E0-FD1B-4CB7-B259-816A63B08777}" type="presParOf" srcId="{524EF713-D1A3-45C0-A31B-96AC325074B8}" destId="{F77E9E32-3543-4755-AE5A-94CBC4287BC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FAD9136-89C9-4065-8323-EA0918B8EA4C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1D8C81F-9AC0-4815-961A-0404B53A48F1}">
      <dgm:prSet/>
      <dgm:spPr/>
      <dgm:t>
        <a:bodyPr/>
        <a:lstStyle/>
        <a:p>
          <a:r>
            <a:rPr lang="en-US"/>
            <a:t>Create</a:t>
          </a:r>
        </a:p>
      </dgm:t>
    </dgm:pt>
    <dgm:pt modelId="{A73AAFFE-022D-4687-B7B0-FCA0D1861D1D}" type="parTrans" cxnId="{32F24FB9-6734-459A-8F96-9036993BF22A}">
      <dgm:prSet/>
      <dgm:spPr/>
      <dgm:t>
        <a:bodyPr/>
        <a:lstStyle/>
        <a:p>
          <a:endParaRPr lang="en-US"/>
        </a:p>
      </dgm:t>
    </dgm:pt>
    <dgm:pt modelId="{0E5648E0-400E-4DC6-B9D1-094105817345}" type="sibTrans" cxnId="{32F24FB9-6734-459A-8F96-9036993BF22A}">
      <dgm:prSet/>
      <dgm:spPr/>
      <dgm:t>
        <a:bodyPr/>
        <a:lstStyle/>
        <a:p>
          <a:endParaRPr lang="en-US"/>
        </a:p>
      </dgm:t>
    </dgm:pt>
    <dgm:pt modelId="{6D664FA5-B10F-483D-B18D-E4138F5BC67D}">
      <dgm:prSet/>
      <dgm:spPr/>
      <dgm:t>
        <a:bodyPr/>
        <a:lstStyle/>
        <a:p>
          <a:r>
            <a:rPr lang="en-US"/>
            <a:t>Create Namespace</a:t>
          </a:r>
        </a:p>
      </dgm:t>
    </dgm:pt>
    <dgm:pt modelId="{AC9CBBCC-65A8-4666-99C3-38F86DCA23CD}" type="parTrans" cxnId="{67CA46C0-2C7A-403D-9D06-2FD900C4E37B}">
      <dgm:prSet/>
      <dgm:spPr/>
      <dgm:t>
        <a:bodyPr/>
        <a:lstStyle/>
        <a:p>
          <a:endParaRPr lang="en-US"/>
        </a:p>
      </dgm:t>
    </dgm:pt>
    <dgm:pt modelId="{06B0249B-DFEC-4AB2-B3C9-ACCAD74F207C}" type="sibTrans" cxnId="{67CA46C0-2C7A-403D-9D06-2FD900C4E37B}">
      <dgm:prSet/>
      <dgm:spPr/>
      <dgm:t>
        <a:bodyPr/>
        <a:lstStyle/>
        <a:p>
          <a:endParaRPr lang="en-US"/>
        </a:p>
      </dgm:t>
    </dgm:pt>
    <dgm:pt modelId="{EE71D870-5D00-4BBD-8103-0B9FE0CFE18C}">
      <dgm:prSet/>
      <dgm:spPr/>
      <dgm:t>
        <a:bodyPr/>
        <a:lstStyle/>
        <a:p>
          <a:r>
            <a:rPr lang="en-US"/>
            <a:t>Create</a:t>
          </a:r>
        </a:p>
      </dgm:t>
    </dgm:pt>
    <dgm:pt modelId="{188BDCDB-28D6-48ED-BAF2-2480FB59F7AD}" type="parTrans" cxnId="{B6CBD85D-4344-4895-8C06-2808FDEDAC4B}">
      <dgm:prSet/>
      <dgm:spPr/>
      <dgm:t>
        <a:bodyPr/>
        <a:lstStyle/>
        <a:p>
          <a:endParaRPr lang="en-US"/>
        </a:p>
      </dgm:t>
    </dgm:pt>
    <dgm:pt modelId="{8779D1FF-32AE-4090-8B8D-A9B6F6E7DEA7}" type="sibTrans" cxnId="{B6CBD85D-4344-4895-8C06-2808FDEDAC4B}">
      <dgm:prSet/>
      <dgm:spPr/>
      <dgm:t>
        <a:bodyPr/>
        <a:lstStyle/>
        <a:p>
          <a:endParaRPr lang="en-US"/>
        </a:p>
      </dgm:t>
    </dgm:pt>
    <dgm:pt modelId="{244B8A58-2325-4EFA-92CC-641BFE17A0F6}">
      <dgm:prSet/>
      <dgm:spPr/>
      <dgm:t>
        <a:bodyPr/>
        <a:lstStyle/>
        <a:p>
          <a:r>
            <a:rPr lang="en-US"/>
            <a:t>Create OperatorGroup</a:t>
          </a:r>
        </a:p>
      </dgm:t>
    </dgm:pt>
    <dgm:pt modelId="{CD9E062A-2099-46C5-83B4-DE7B88CCC326}" type="parTrans" cxnId="{17B64158-F0CE-4D1B-9516-1F9038A24AFC}">
      <dgm:prSet/>
      <dgm:spPr/>
      <dgm:t>
        <a:bodyPr/>
        <a:lstStyle/>
        <a:p>
          <a:endParaRPr lang="en-US"/>
        </a:p>
      </dgm:t>
    </dgm:pt>
    <dgm:pt modelId="{04154D99-6764-4F5C-B886-45B6757669F1}" type="sibTrans" cxnId="{17B64158-F0CE-4D1B-9516-1F9038A24AFC}">
      <dgm:prSet/>
      <dgm:spPr/>
      <dgm:t>
        <a:bodyPr/>
        <a:lstStyle/>
        <a:p>
          <a:endParaRPr lang="en-US"/>
        </a:p>
      </dgm:t>
    </dgm:pt>
    <dgm:pt modelId="{C356B586-CE67-4CE1-818D-404537AE6DFC}">
      <dgm:prSet/>
      <dgm:spPr/>
      <dgm:t>
        <a:bodyPr/>
        <a:lstStyle/>
        <a:p>
          <a:r>
            <a:rPr lang="en-US"/>
            <a:t>Create</a:t>
          </a:r>
        </a:p>
      </dgm:t>
    </dgm:pt>
    <dgm:pt modelId="{F0509CDD-5E24-4FF8-A166-3F14CED0F050}" type="parTrans" cxnId="{035FF283-5968-4596-86A7-1A42C909CBCD}">
      <dgm:prSet/>
      <dgm:spPr/>
      <dgm:t>
        <a:bodyPr/>
        <a:lstStyle/>
        <a:p>
          <a:endParaRPr lang="en-US"/>
        </a:p>
      </dgm:t>
    </dgm:pt>
    <dgm:pt modelId="{EFE0D144-A49C-482A-9B32-0D1351765632}" type="sibTrans" cxnId="{035FF283-5968-4596-86A7-1A42C909CBCD}">
      <dgm:prSet/>
      <dgm:spPr/>
      <dgm:t>
        <a:bodyPr/>
        <a:lstStyle/>
        <a:p>
          <a:endParaRPr lang="en-US"/>
        </a:p>
      </dgm:t>
    </dgm:pt>
    <dgm:pt modelId="{5B4E4457-BACB-463E-BD02-61F8887A0829}">
      <dgm:prSet/>
      <dgm:spPr/>
      <dgm:t>
        <a:bodyPr/>
        <a:lstStyle/>
        <a:p>
          <a:r>
            <a:rPr lang="en-US"/>
            <a:t>Create Subscription</a:t>
          </a:r>
        </a:p>
      </dgm:t>
    </dgm:pt>
    <dgm:pt modelId="{0D792E05-C49F-442B-AC0E-66923DD28D7B}" type="parTrans" cxnId="{5152D01E-CE69-4CC3-878F-BF64417AF691}">
      <dgm:prSet/>
      <dgm:spPr/>
      <dgm:t>
        <a:bodyPr/>
        <a:lstStyle/>
        <a:p>
          <a:endParaRPr lang="en-US"/>
        </a:p>
      </dgm:t>
    </dgm:pt>
    <dgm:pt modelId="{7904D180-AB55-4F2F-8F21-77FBEA3088D8}" type="sibTrans" cxnId="{5152D01E-CE69-4CC3-878F-BF64417AF691}">
      <dgm:prSet/>
      <dgm:spPr/>
      <dgm:t>
        <a:bodyPr/>
        <a:lstStyle/>
        <a:p>
          <a:endParaRPr lang="en-US"/>
        </a:p>
      </dgm:t>
    </dgm:pt>
    <dgm:pt modelId="{3C1494D0-DD84-49B3-A539-7AB9B58FB525}" type="pres">
      <dgm:prSet presAssocID="{6FAD9136-89C9-4065-8323-EA0918B8EA4C}" presName="Name0" presStyleCnt="0">
        <dgm:presLayoutVars>
          <dgm:dir/>
          <dgm:animLvl val="lvl"/>
          <dgm:resizeHandles val="exact"/>
        </dgm:presLayoutVars>
      </dgm:prSet>
      <dgm:spPr/>
    </dgm:pt>
    <dgm:pt modelId="{BD0BF032-4384-47E5-973E-6BD8C50C49EA}" type="pres">
      <dgm:prSet presAssocID="{C356B586-CE67-4CE1-818D-404537AE6DFC}" presName="boxAndChildren" presStyleCnt="0"/>
      <dgm:spPr/>
    </dgm:pt>
    <dgm:pt modelId="{3D553F2E-827C-4DD4-82E4-4A7DFBBF3223}" type="pres">
      <dgm:prSet presAssocID="{C356B586-CE67-4CE1-818D-404537AE6DFC}" presName="parentTextBox" presStyleLbl="alignNode1" presStyleIdx="0" presStyleCnt="3"/>
      <dgm:spPr/>
    </dgm:pt>
    <dgm:pt modelId="{086177E7-CB65-4A95-B83C-411DAFFA0DC0}" type="pres">
      <dgm:prSet presAssocID="{C356B586-CE67-4CE1-818D-404537AE6DFC}" presName="descendantBox" presStyleLbl="bgAccFollowNode1" presStyleIdx="0" presStyleCnt="3"/>
      <dgm:spPr/>
    </dgm:pt>
    <dgm:pt modelId="{91AB88D6-AEAF-437D-A071-31A99EF83DA9}" type="pres">
      <dgm:prSet presAssocID="{8779D1FF-32AE-4090-8B8D-A9B6F6E7DEA7}" presName="sp" presStyleCnt="0"/>
      <dgm:spPr/>
    </dgm:pt>
    <dgm:pt modelId="{A678D6A4-AC03-468C-8BEF-BAB4CF32047C}" type="pres">
      <dgm:prSet presAssocID="{EE71D870-5D00-4BBD-8103-0B9FE0CFE18C}" presName="arrowAndChildren" presStyleCnt="0"/>
      <dgm:spPr/>
    </dgm:pt>
    <dgm:pt modelId="{D5C98BAD-4F07-4B69-BED8-ED4703FA7187}" type="pres">
      <dgm:prSet presAssocID="{EE71D870-5D00-4BBD-8103-0B9FE0CFE18C}" presName="parentTextArrow" presStyleLbl="node1" presStyleIdx="0" presStyleCnt="0"/>
      <dgm:spPr/>
    </dgm:pt>
    <dgm:pt modelId="{D25DAC61-EF8B-471E-AE27-8F5E2C7686D8}" type="pres">
      <dgm:prSet presAssocID="{EE71D870-5D00-4BBD-8103-0B9FE0CFE18C}" presName="arrow" presStyleLbl="alignNode1" presStyleIdx="1" presStyleCnt="3"/>
      <dgm:spPr/>
    </dgm:pt>
    <dgm:pt modelId="{B2196D5F-F463-4FC4-AF64-230F1CD25712}" type="pres">
      <dgm:prSet presAssocID="{EE71D870-5D00-4BBD-8103-0B9FE0CFE18C}" presName="descendantArrow" presStyleLbl="bgAccFollowNode1" presStyleIdx="1" presStyleCnt="3"/>
      <dgm:spPr/>
    </dgm:pt>
    <dgm:pt modelId="{5F71C1A9-FFB7-471C-8D18-E93806698114}" type="pres">
      <dgm:prSet presAssocID="{0E5648E0-400E-4DC6-B9D1-094105817345}" presName="sp" presStyleCnt="0"/>
      <dgm:spPr/>
    </dgm:pt>
    <dgm:pt modelId="{DB88C229-295C-4906-A76D-3CCBB3763508}" type="pres">
      <dgm:prSet presAssocID="{61D8C81F-9AC0-4815-961A-0404B53A48F1}" presName="arrowAndChildren" presStyleCnt="0"/>
      <dgm:spPr/>
    </dgm:pt>
    <dgm:pt modelId="{B33EDC50-C9C6-4867-AE1C-C3750554BC61}" type="pres">
      <dgm:prSet presAssocID="{61D8C81F-9AC0-4815-961A-0404B53A48F1}" presName="parentTextArrow" presStyleLbl="node1" presStyleIdx="0" presStyleCnt="0"/>
      <dgm:spPr/>
    </dgm:pt>
    <dgm:pt modelId="{B87870CB-88E5-42D1-B043-8140A35A5954}" type="pres">
      <dgm:prSet presAssocID="{61D8C81F-9AC0-4815-961A-0404B53A48F1}" presName="arrow" presStyleLbl="alignNode1" presStyleIdx="2" presStyleCnt="3"/>
      <dgm:spPr/>
    </dgm:pt>
    <dgm:pt modelId="{5665B022-F940-4DA0-B8C9-D58EE1069D8C}" type="pres">
      <dgm:prSet presAssocID="{61D8C81F-9AC0-4815-961A-0404B53A48F1}" presName="descendantArrow" presStyleLbl="bgAccFollowNode1" presStyleIdx="2" presStyleCnt="3"/>
      <dgm:spPr/>
    </dgm:pt>
  </dgm:ptLst>
  <dgm:cxnLst>
    <dgm:cxn modelId="{5152D01E-CE69-4CC3-878F-BF64417AF691}" srcId="{C356B586-CE67-4CE1-818D-404537AE6DFC}" destId="{5B4E4457-BACB-463E-BD02-61F8887A0829}" srcOrd="0" destOrd="0" parTransId="{0D792E05-C49F-442B-AC0E-66923DD28D7B}" sibTransId="{7904D180-AB55-4F2F-8F21-77FBEA3088D8}"/>
    <dgm:cxn modelId="{66596A34-5E5E-4B24-9A6F-D906FE4F807B}" type="presOf" srcId="{6D664FA5-B10F-483D-B18D-E4138F5BC67D}" destId="{5665B022-F940-4DA0-B8C9-D58EE1069D8C}" srcOrd="0" destOrd="0" presId="urn:microsoft.com/office/officeart/2016/7/layout/VerticalDownArrowProcess"/>
    <dgm:cxn modelId="{B6CBD85D-4344-4895-8C06-2808FDEDAC4B}" srcId="{6FAD9136-89C9-4065-8323-EA0918B8EA4C}" destId="{EE71D870-5D00-4BBD-8103-0B9FE0CFE18C}" srcOrd="1" destOrd="0" parTransId="{188BDCDB-28D6-48ED-BAF2-2480FB59F7AD}" sibTransId="{8779D1FF-32AE-4090-8B8D-A9B6F6E7DEA7}"/>
    <dgm:cxn modelId="{17B64158-F0CE-4D1B-9516-1F9038A24AFC}" srcId="{EE71D870-5D00-4BBD-8103-0B9FE0CFE18C}" destId="{244B8A58-2325-4EFA-92CC-641BFE17A0F6}" srcOrd="0" destOrd="0" parTransId="{CD9E062A-2099-46C5-83B4-DE7B88CCC326}" sibTransId="{04154D99-6764-4F5C-B886-45B6757669F1}"/>
    <dgm:cxn modelId="{035FF283-5968-4596-86A7-1A42C909CBCD}" srcId="{6FAD9136-89C9-4065-8323-EA0918B8EA4C}" destId="{C356B586-CE67-4CE1-818D-404537AE6DFC}" srcOrd="2" destOrd="0" parTransId="{F0509CDD-5E24-4FF8-A166-3F14CED0F050}" sibTransId="{EFE0D144-A49C-482A-9B32-0D1351765632}"/>
    <dgm:cxn modelId="{A35BB7A0-F308-411F-B573-3D66D840AFEB}" type="presOf" srcId="{EE71D870-5D00-4BBD-8103-0B9FE0CFE18C}" destId="{D5C98BAD-4F07-4B69-BED8-ED4703FA7187}" srcOrd="0" destOrd="0" presId="urn:microsoft.com/office/officeart/2016/7/layout/VerticalDownArrowProcess"/>
    <dgm:cxn modelId="{C4B031A6-A8A5-4386-938E-198FC295F1C5}" type="presOf" srcId="{61D8C81F-9AC0-4815-961A-0404B53A48F1}" destId="{B33EDC50-C9C6-4867-AE1C-C3750554BC61}" srcOrd="0" destOrd="0" presId="urn:microsoft.com/office/officeart/2016/7/layout/VerticalDownArrowProcess"/>
    <dgm:cxn modelId="{0863AAAC-EA80-4575-B0CB-A54CB05DDA77}" type="presOf" srcId="{C356B586-CE67-4CE1-818D-404537AE6DFC}" destId="{3D553F2E-827C-4DD4-82E4-4A7DFBBF3223}" srcOrd="0" destOrd="0" presId="urn:microsoft.com/office/officeart/2016/7/layout/VerticalDownArrowProcess"/>
    <dgm:cxn modelId="{F39102AD-9E56-4405-9AE8-09B34BA71B8D}" type="presOf" srcId="{EE71D870-5D00-4BBD-8103-0B9FE0CFE18C}" destId="{D25DAC61-EF8B-471E-AE27-8F5E2C7686D8}" srcOrd="1" destOrd="0" presId="urn:microsoft.com/office/officeart/2016/7/layout/VerticalDownArrowProcess"/>
    <dgm:cxn modelId="{09811EAD-D278-4055-8B01-622E0975E161}" type="presOf" srcId="{5B4E4457-BACB-463E-BD02-61F8887A0829}" destId="{086177E7-CB65-4A95-B83C-411DAFFA0DC0}" srcOrd="0" destOrd="0" presId="urn:microsoft.com/office/officeart/2016/7/layout/VerticalDownArrowProcess"/>
    <dgm:cxn modelId="{D2A26AB9-066E-4675-954E-923BDCB11C46}" type="presOf" srcId="{244B8A58-2325-4EFA-92CC-641BFE17A0F6}" destId="{B2196D5F-F463-4FC4-AF64-230F1CD25712}" srcOrd="0" destOrd="0" presId="urn:microsoft.com/office/officeart/2016/7/layout/VerticalDownArrowProcess"/>
    <dgm:cxn modelId="{32F24FB9-6734-459A-8F96-9036993BF22A}" srcId="{6FAD9136-89C9-4065-8323-EA0918B8EA4C}" destId="{61D8C81F-9AC0-4815-961A-0404B53A48F1}" srcOrd="0" destOrd="0" parTransId="{A73AAFFE-022D-4687-B7B0-FCA0D1861D1D}" sibTransId="{0E5648E0-400E-4DC6-B9D1-094105817345}"/>
    <dgm:cxn modelId="{C0DDFFBB-AB18-4BF8-A3A1-7D553E92C587}" type="presOf" srcId="{61D8C81F-9AC0-4815-961A-0404B53A48F1}" destId="{B87870CB-88E5-42D1-B043-8140A35A5954}" srcOrd="1" destOrd="0" presId="urn:microsoft.com/office/officeart/2016/7/layout/VerticalDownArrowProcess"/>
    <dgm:cxn modelId="{67CA46C0-2C7A-403D-9D06-2FD900C4E37B}" srcId="{61D8C81F-9AC0-4815-961A-0404B53A48F1}" destId="{6D664FA5-B10F-483D-B18D-E4138F5BC67D}" srcOrd="0" destOrd="0" parTransId="{AC9CBBCC-65A8-4666-99C3-38F86DCA23CD}" sibTransId="{06B0249B-DFEC-4AB2-B3C9-ACCAD74F207C}"/>
    <dgm:cxn modelId="{17AB80DF-FFAD-49FE-9A37-AC96B9762D2B}" type="presOf" srcId="{6FAD9136-89C9-4065-8323-EA0918B8EA4C}" destId="{3C1494D0-DD84-49B3-A539-7AB9B58FB525}" srcOrd="0" destOrd="0" presId="urn:microsoft.com/office/officeart/2016/7/layout/VerticalDownArrowProcess"/>
    <dgm:cxn modelId="{6F12C68F-7D0A-4116-A315-E7E29147C6F4}" type="presParOf" srcId="{3C1494D0-DD84-49B3-A539-7AB9B58FB525}" destId="{BD0BF032-4384-47E5-973E-6BD8C50C49EA}" srcOrd="0" destOrd="0" presId="urn:microsoft.com/office/officeart/2016/7/layout/VerticalDownArrowProcess"/>
    <dgm:cxn modelId="{527669EE-3BDA-42EC-8154-DA361CBA637A}" type="presParOf" srcId="{BD0BF032-4384-47E5-973E-6BD8C50C49EA}" destId="{3D553F2E-827C-4DD4-82E4-4A7DFBBF3223}" srcOrd="0" destOrd="0" presId="urn:microsoft.com/office/officeart/2016/7/layout/VerticalDownArrowProcess"/>
    <dgm:cxn modelId="{CF3FAAFA-15AF-4F39-B95C-7E3C2AF80D21}" type="presParOf" srcId="{BD0BF032-4384-47E5-973E-6BD8C50C49EA}" destId="{086177E7-CB65-4A95-B83C-411DAFFA0DC0}" srcOrd="1" destOrd="0" presId="urn:microsoft.com/office/officeart/2016/7/layout/VerticalDownArrowProcess"/>
    <dgm:cxn modelId="{734447B2-BDFD-44CC-B349-C0480A7748D7}" type="presParOf" srcId="{3C1494D0-DD84-49B3-A539-7AB9B58FB525}" destId="{91AB88D6-AEAF-437D-A071-31A99EF83DA9}" srcOrd="1" destOrd="0" presId="urn:microsoft.com/office/officeart/2016/7/layout/VerticalDownArrowProcess"/>
    <dgm:cxn modelId="{F47528E6-C706-4258-87F1-C5CEC82E08E9}" type="presParOf" srcId="{3C1494D0-DD84-49B3-A539-7AB9B58FB525}" destId="{A678D6A4-AC03-468C-8BEF-BAB4CF32047C}" srcOrd="2" destOrd="0" presId="urn:microsoft.com/office/officeart/2016/7/layout/VerticalDownArrowProcess"/>
    <dgm:cxn modelId="{9EA39272-E56E-4758-A5A6-370274ABF8B9}" type="presParOf" srcId="{A678D6A4-AC03-468C-8BEF-BAB4CF32047C}" destId="{D5C98BAD-4F07-4B69-BED8-ED4703FA7187}" srcOrd="0" destOrd="0" presId="urn:microsoft.com/office/officeart/2016/7/layout/VerticalDownArrowProcess"/>
    <dgm:cxn modelId="{4E755EF6-5D49-48F1-9CC2-4C3B136974A6}" type="presParOf" srcId="{A678D6A4-AC03-468C-8BEF-BAB4CF32047C}" destId="{D25DAC61-EF8B-471E-AE27-8F5E2C7686D8}" srcOrd="1" destOrd="0" presId="urn:microsoft.com/office/officeart/2016/7/layout/VerticalDownArrowProcess"/>
    <dgm:cxn modelId="{06CF1C84-ECC4-4E1E-AF3D-5C828F8F24F5}" type="presParOf" srcId="{A678D6A4-AC03-468C-8BEF-BAB4CF32047C}" destId="{B2196D5F-F463-4FC4-AF64-230F1CD25712}" srcOrd="2" destOrd="0" presId="urn:microsoft.com/office/officeart/2016/7/layout/VerticalDownArrowProcess"/>
    <dgm:cxn modelId="{4B10F34F-22AE-4BB2-9A38-D24BCBEDCA90}" type="presParOf" srcId="{3C1494D0-DD84-49B3-A539-7AB9B58FB525}" destId="{5F71C1A9-FFB7-471C-8D18-E93806698114}" srcOrd="3" destOrd="0" presId="urn:microsoft.com/office/officeart/2016/7/layout/VerticalDownArrowProcess"/>
    <dgm:cxn modelId="{166052CE-994A-4940-BDF1-2276E4A9E77C}" type="presParOf" srcId="{3C1494D0-DD84-49B3-A539-7AB9B58FB525}" destId="{DB88C229-295C-4906-A76D-3CCBB3763508}" srcOrd="4" destOrd="0" presId="urn:microsoft.com/office/officeart/2016/7/layout/VerticalDownArrowProcess"/>
    <dgm:cxn modelId="{74132734-3372-40DC-B61A-E94D7C3F0B38}" type="presParOf" srcId="{DB88C229-295C-4906-A76D-3CCBB3763508}" destId="{B33EDC50-C9C6-4867-AE1C-C3750554BC61}" srcOrd="0" destOrd="0" presId="urn:microsoft.com/office/officeart/2016/7/layout/VerticalDownArrowProcess"/>
    <dgm:cxn modelId="{E4B3BF60-9448-48E8-8080-8A559A7D4DB1}" type="presParOf" srcId="{DB88C229-295C-4906-A76D-3CCBB3763508}" destId="{B87870CB-88E5-42D1-B043-8140A35A5954}" srcOrd="1" destOrd="0" presId="urn:microsoft.com/office/officeart/2016/7/layout/VerticalDownArrowProcess"/>
    <dgm:cxn modelId="{AF18A365-E9D8-459C-8ABB-33FE23AC138F}" type="presParOf" srcId="{DB88C229-295C-4906-A76D-3CCBB3763508}" destId="{5665B022-F940-4DA0-B8C9-D58EE1069D8C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5B6B007-FB8A-4E77-A129-CE5FD97BCB3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1845F47-23BC-4824-B41E-7827B1F43596}">
      <dgm:prSet/>
      <dgm:spPr/>
      <dgm:t>
        <a:bodyPr/>
        <a:lstStyle/>
        <a:p>
          <a:r>
            <a:rPr lang="en-US"/>
            <a:t>Upgrade, Monitor, Troubleshoot</a:t>
          </a:r>
        </a:p>
      </dgm:t>
    </dgm:pt>
    <dgm:pt modelId="{34F40BC1-BD6F-4ABA-ADD0-B0F6CF9A72C7}" type="parTrans" cxnId="{E5D77CD1-7621-42CF-82B5-AC5915B30327}">
      <dgm:prSet/>
      <dgm:spPr/>
      <dgm:t>
        <a:bodyPr/>
        <a:lstStyle/>
        <a:p>
          <a:endParaRPr lang="en-US"/>
        </a:p>
      </dgm:t>
    </dgm:pt>
    <dgm:pt modelId="{BE59FEA3-696A-47A1-8040-2E9C0EB7460D}" type="sibTrans" cxnId="{E5D77CD1-7621-42CF-82B5-AC5915B30327}">
      <dgm:prSet/>
      <dgm:spPr/>
      <dgm:t>
        <a:bodyPr/>
        <a:lstStyle/>
        <a:p>
          <a:endParaRPr lang="en-US"/>
        </a:p>
      </dgm:t>
    </dgm:pt>
    <dgm:pt modelId="{1E6B93BA-460B-4F44-AED8-2C729CA61E0D}">
      <dgm:prSet/>
      <dgm:spPr/>
      <dgm:t>
        <a:bodyPr/>
        <a:lstStyle/>
        <a:p>
          <a:r>
            <a:rPr lang="en-US"/>
            <a:t>oc get subscription</a:t>
          </a:r>
        </a:p>
      </dgm:t>
    </dgm:pt>
    <dgm:pt modelId="{17C0565B-B66B-4F6F-B114-7F0B98353641}" type="parTrans" cxnId="{83666A2D-6C1C-4E0E-A3C6-68725F20F61F}">
      <dgm:prSet/>
      <dgm:spPr/>
      <dgm:t>
        <a:bodyPr/>
        <a:lstStyle/>
        <a:p>
          <a:endParaRPr lang="en-US"/>
        </a:p>
      </dgm:t>
    </dgm:pt>
    <dgm:pt modelId="{3E44F076-63CF-4230-A076-B8559C8710CB}" type="sibTrans" cxnId="{83666A2D-6C1C-4E0E-A3C6-68725F20F61F}">
      <dgm:prSet/>
      <dgm:spPr/>
      <dgm:t>
        <a:bodyPr/>
        <a:lstStyle/>
        <a:p>
          <a:endParaRPr lang="en-US"/>
        </a:p>
      </dgm:t>
    </dgm:pt>
    <dgm:pt modelId="{D6852645-3EF7-4E22-B2B3-84381CD34D57}">
      <dgm:prSet/>
      <dgm:spPr/>
      <dgm:t>
        <a:bodyPr/>
        <a:lstStyle/>
        <a:p>
          <a:r>
            <a:rPr lang="en-US"/>
            <a:t>oc get installplan</a:t>
          </a:r>
        </a:p>
      </dgm:t>
    </dgm:pt>
    <dgm:pt modelId="{72C4FE40-33F2-4046-BD46-1FA26E949147}" type="parTrans" cxnId="{179CA921-7C87-40B2-ABB0-8C03E4C46000}">
      <dgm:prSet/>
      <dgm:spPr/>
      <dgm:t>
        <a:bodyPr/>
        <a:lstStyle/>
        <a:p>
          <a:endParaRPr lang="en-US"/>
        </a:p>
      </dgm:t>
    </dgm:pt>
    <dgm:pt modelId="{46DD2AD0-1E7D-4451-896F-E3014CB27A5F}" type="sibTrans" cxnId="{179CA921-7C87-40B2-ABB0-8C03E4C46000}">
      <dgm:prSet/>
      <dgm:spPr/>
      <dgm:t>
        <a:bodyPr/>
        <a:lstStyle/>
        <a:p>
          <a:endParaRPr lang="en-US"/>
        </a:p>
      </dgm:t>
    </dgm:pt>
    <dgm:pt modelId="{2C0D2499-0EF1-4141-A708-01BAC54977CB}" type="pres">
      <dgm:prSet presAssocID="{F5B6B007-FB8A-4E77-A129-CE5FD97BCB36}" presName="root" presStyleCnt="0">
        <dgm:presLayoutVars>
          <dgm:dir/>
          <dgm:resizeHandles val="exact"/>
        </dgm:presLayoutVars>
      </dgm:prSet>
      <dgm:spPr/>
    </dgm:pt>
    <dgm:pt modelId="{227A685D-0F6A-4A37-A3CC-D971D532D556}" type="pres">
      <dgm:prSet presAssocID="{C1845F47-23BC-4824-B41E-7827B1F43596}" presName="compNode" presStyleCnt="0"/>
      <dgm:spPr/>
    </dgm:pt>
    <dgm:pt modelId="{A7A493D0-E0D6-46B4-9C84-A27222BAFBF6}" type="pres">
      <dgm:prSet presAssocID="{C1845F47-23BC-4824-B41E-7827B1F43596}" presName="bgRect" presStyleLbl="bgShp" presStyleIdx="0" presStyleCnt="3"/>
      <dgm:spPr/>
    </dgm:pt>
    <dgm:pt modelId="{D862DEEE-AA5E-428A-89DF-EB433428AAB6}" type="pres">
      <dgm:prSet presAssocID="{C1845F47-23BC-4824-B41E-7827B1F4359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D867442C-2243-4D02-8159-2EB4EF5873F1}" type="pres">
      <dgm:prSet presAssocID="{C1845F47-23BC-4824-B41E-7827B1F43596}" presName="spaceRect" presStyleCnt="0"/>
      <dgm:spPr/>
    </dgm:pt>
    <dgm:pt modelId="{E9165DEB-9075-4FA1-B2D1-586EEAEE9C2C}" type="pres">
      <dgm:prSet presAssocID="{C1845F47-23BC-4824-B41E-7827B1F43596}" presName="parTx" presStyleLbl="revTx" presStyleIdx="0" presStyleCnt="3">
        <dgm:presLayoutVars>
          <dgm:chMax val="0"/>
          <dgm:chPref val="0"/>
        </dgm:presLayoutVars>
      </dgm:prSet>
      <dgm:spPr/>
    </dgm:pt>
    <dgm:pt modelId="{D3BCA2F8-0E0C-48DD-B56A-B511F61B6F96}" type="pres">
      <dgm:prSet presAssocID="{BE59FEA3-696A-47A1-8040-2E9C0EB7460D}" presName="sibTrans" presStyleCnt="0"/>
      <dgm:spPr/>
    </dgm:pt>
    <dgm:pt modelId="{AA840E9B-9659-4DBD-9078-1B25DB7CD23F}" type="pres">
      <dgm:prSet presAssocID="{1E6B93BA-460B-4F44-AED8-2C729CA61E0D}" presName="compNode" presStyleCnt="0"/>
      <dgm:spPr/>
    </dgm:pt>
    <dgm:pt modelId="{4073AC9B-EACE-425B-8002-195F36FCE4A4}" type="pres">
      <dgm:prSet presAssocID="{1E6B93BA-460B-4F44-AED8-2C729CA61E0D}" presName="bgRect" presStyleLbl="bgShp" presStyleIdx="1" presStyleCnt="3"/>
      <dgm:spPr/>
    </dgm:pt>
    <dgm:pt modelId="{A0311933-553D-48A7-A8A6-C0D0EB7A4B5D}" type="pres">
      <dgm:prSet presAssocID="{1E6B93BA-460B-4F44-AED8-2C729CA61E0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F3BBDA9-6254-40A9-9ED7-AD918A1B76BF}" type="pres">
      <dgm:prSet presAssocID="{1E6B93BA-460B-4F44-AED8-2C729CA61E0D}" presName="spaceRect" presStyleCnt="0"/>
      <dgm:spPr/>
    </dgm:pt>
    <dgm:pt modelId="{FA6153A5-61A7-4FA2-8803-24E316A6845B}" type="pres">
      <dgm:prSet presAssocID="{1E6B93BA-460B-4F44-AED8-2C729CA61E0D}" presName="parTx" presStyleLbl="revTx" presStyleIdx="1" presStyleCnt="3">
        <dgm:presLayoutVars>
          <dgm:chMax val="0"/>
          <dgm:chPref val="0"/>
        </dgm:presLayoutVars>
      </dgm:prSet>
      <dgm:spPr/>
    </dgm:pt>
    <dgm:pt modelId="{B5A98D78-5084-43A1-AE91-24DA6806F2AE}" type="pres">
      <dgm:prSet presAssocID="{3E44F076-63CF-4230-A076-B8559C8710CB}" presName="sibTrans" presStyleCnt="0"/>
      <dgm:spPr/>
    </dgm:pt>
    <dgm:pt modelId="{53C47ECA-C32A-42D2-AA26-D7367F2B31FD}" type="pres">
      <dgm:prSet presAssocID="{D6852645-3EF7-4E22-B2B3-84381CD34D57}" presName="compNode" presStyleCnt="0"/>
      <dgm:spPr/>
    </dgm:pt>
    <dgm:pt modelId="{35B01933-B9BA-4A94-BED5-5674D981FFD7}" type="pres">
      <dgm:prSet presAssocID="{D6852645-3EF7-4E22-B2B3-84381CD34D57}" presName="bgRect" presStyleLbl="bgShp" presStyleIdx="2" presStyleCnt="3"/>
      <dgm:spPr/>
    </dgm:pt>
    <dgm:pt modelId="{2F1AEF8C-FF8D-4169-B6B7-E6F6A8C20636}" type="pres">
      <dgm:prSet presAssocID="{D6852645-3EF7-4E22-B2B3-84381CD34D5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EE314B7-6684-4E62-88B9-6874363709A5}" type="pres">
      <dgm:prSet presAssocID="{D6852645-3EF7-4E22-B2B3-84381CD34D57}" presName="spaceRect" presStyleCnt="0"/>
      <dgm:spPr/>
    </dgm:pt>
    <dgm:pt modelId="{95354CA4-EECC-4B2A-82A6-952C45E689DB}" type="pres">
      <dgm:prSet presAssocID="{D6852645-3EF7-4E22-B2B3-84381CD34D5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79CA921-7C87-40B2-ABB0-8C03E4C46000}" srcId="{F5B6B007-FB8A-4E77-A129-CE5FD97BCB36}" destId="{D6852645-3EF7-4E22-B2B3-84381CD34D57}" srcOrd="2" destOrd="0" parTransId="{72C4FE40-33F2-4046-BD46-1FA26E949147}" sibTransId="{46DD2AD0-1E7D-4451-896F-E3014CB27A5F}"/>
    <dgm:cxn modelId="{83666A2D-6C1C-4E0E-A3C6-68725F20F61F}" srcId="{F5B6B007-FB8A-4E77-A129-CE5FD97BCB36}" destId="{1E6B93BA-460B-4F44-AED8-2C729CA61E0D}" srcOrd="1" destOrd="0" parTransId="{17C0565B-B66B-4F6F-B114-7F0B98353641}" sibTransId="{3E44F076-63CF-4230-A076-B8559C8710CB}"/>
    <dgm:cxn modelId="{29670BBE-96D1-4BC7-91A4-993F5E5D97C9}" type="presOf" srcId="{1E6B93BA-460B-4F44-AED8-2C729CA61E0D}" destId="{FA6153A5-61A7-4FA2-8803-24E316A6845B}" srcOrd="0" destOrd="0" presId="urn:microsoft.com/office/officeart/2018/2/layout/IconVerticalSolidList"/>
    <dgm:cxn modelId="{E5D77CD1-7621-42CF-82B5-AC5915B30327}" srcId="{F5B6B007-FB8A-4E77-A129-CE5FD97BCB36}" destId="{C1845F47-23BC-4824-B41E-7827B1F43596}" srcOrd="0" destOrd="0" parTransId="{34F40BC1-BD6F-4ABA-ADD0-B0F6CF9A72C7}" sibTransId="{BE59FEA3-696A-47A1-8040-2E9C0EB7460D}"/>
    <dgm:cxn modelId="{F38915D3-9ECB-4DF8-9E97-EBA5B49C9D33}" type="presOf" srcId="{F5B6B007-FB8A-4E77-A129-CE5FD97BCB36}" destId="{2C0D2499-0EF1-4141-A708-01BAC54977CB}" srcOrd="0" destOrd="0" presId="urn:microsoft.com/office/officeart/2018/2/layout/IconVerticalSolidList"/>
    <dgm:cxn modelId="{BB164CEF-B0F7-4E45-9B20-D2271FED7985}" type="presOf" srcId="{D6852645-3EF7-4E22-B2B3-84381CD34D57}" destId="{95354CA4-EECC-4B2A-82A6-952C45E689DB}" srcOrd="0" destOrd="0" presId="urn:microsoft.com/office/officeart/2018/2/layout/IconVerticalSolidList"/>
    <dgm:cxn modelId="{40B402F0-C8AC-4E61-BBA8-2F628B014B68}" type="presOf" srcId="{C1845F47-23BC-4824-B41E-7827B1F43596}" destId="{E9165DEB-9075-4FA1-B2D1-586EEAEE9C2C}" srcOrd="0" destOrd="0" presId="urn:microsoft.com/office/officeart/2018/2/layout/IconVerticalSolidList"/>
    <dgm:cxn modelId="{C7B1EBE3-4A6F-4B41-BE42-965BFE86C699}" type="presParOf" srcId="{2C0D2499-0EF1-4141-A708-01BAC54977CB}" destId="{227A685D-0F6A-4A37-A3CC-D971D532D556}" srcOrd="0" destOrd="0" presId="urn:microsoft.com/office/officeart/2018/2/layout/IconVerticalSolidList"/>
    <dgm:cxn modelId="{4E494145-0651-4816-A5CB-74E4D8BEADEA}" type="presParOf" srcId="{227A685D-0F6A-4A37-A3CC-D971D532D556}" destId="{A7A493D0-E0D6-46B4-9C84-A27222BAFBF6}" srcOrd="0" destOrd="0" presId="urn:microsoft.com/office/officeart/2018/2/layout/IconVerticalSolidList"/>
    <dgm:cxn modelId="{F7ABB6D9-CE67-4F0E-A17E-4E70B516C740}" type="presParOf" srcId="{227A685D-0F6A-4A37-A3CC-D971D532D556}" destId="{D862DEEE-AA5E-428A-89DF-EB433428AAB6}" srcOrd="1" destOrd="0" presId="urn:microsoft.com/office/officeart/2018/2/layout/IconVerticalSolidList"/>
    <dgm:cxn modelId="{1C73B750-FC71-480E-82EB-0D6DAF3EAEBE}" type="presParOf" srcId="{227A685D-0F6A-4A37-A3CC-D971D532D556}" destId="{D867442C-2243-4D02-8159-2EB4EF5873F1}" srcOrd="2" destOrd="0" presId="urn:microsoft.com/office/officeart/2018/2/layout/IconVerticalSolidList"/>
    <dgm:cxn modelId="{00734607-5C77-4DF4-8B5A-0BA4AA785788}" type="presParOf" srcId="{227A685D-0F6A-4A37-A3CC-D971D532D556}" destId="{E9165DEB-9075-4FA1-B2D1-586EEAEE9C2C}" srcOrd="3" destOrd="0" presId="urn:microsoft.com/office/officeart/2018/2/layout/IconVerticalSolidList"/>
    <dgm:cxn modelId="{57014A85-7DAB-4972-B72C-E9F87DBE0A71}" type="presParOf" srcId="{2C0D2499-0EF1-4141-A708-01BAC54977CB}" destId="{D3BCA2F8-0E0C-48DD-B56A-B511F61B6F96}" srcOrd="1" destOrd="0" presId="urn:microsoft.com/office/officeart/2018/2/layout/IconVerticalSolidList"/>
    <dgm:cxn modelId="{4FAD2C74-D474-4E34-A0E5-85385C203139}" type="presParOf" srcId="{2C0D2499-0EF1-4141-A708-01BAC54977CB}" destId="{AA840E9B-9659-4DBD-9078-1B25DB7CD23F}" srcOrd="2" destOrd="0" presId="urn:microsoft.com/office/officeart/2018/2/layout/IconVerticalSolidList"/>
    <dgm:cxn modelId="{DAC2B00E-83E2-4779-BBF7-DB45B8485C18}" type="presParOf" srcId="{AA840E9B-9659-4DBD-9078-1B25DB7CD23F}" destId="{4073AC9B-EACE-425B-8002-195F36FCE4A4}" srcOrd="0" destOrd="0" presId="urn:microsoft.com/office/officeart/2018/2/layout/IconVerticalSolidList"/>
    <dgm:cxn modelId="{A455DAFD-0F55-4E7A-9FFD-F48DB5C7603E}" type="presParOf" srcId="{AA840E9B-9659-4DBD-9078-1B25DB7CD23F}" destId="{A0311933-553D-48A7-A8A6-C0D0EB7A4B5D}" srcOrd="1" destOrd="0" presId="urn:microsoft.com/office/officeart/2018/2/layout/IconVerticalSolidList"/>
    <dgm:cxn modelId="{D32EBDBC-AB1F-4AFA-B16F-8E545EC3B397}" type="presParOf" srcId="{AA840E9B-9659-4DBD-9078-1B25DB7CD23F}" destId="{0F3BBDA9-6254-40A9-9ED7-AD918A1B76BF}" srcOrd="2" destOrd="0" presId="urn:microsoft.com/office/officeart/2018/2/layout/IconVerticalSolidList"/>
    <dgm:cxn modelId="{1A5BE8E7-100F-42A8-9C47-C924275630C3}" type="presParOf" srcId="{AA840E9B-9659-4DBD-9078-1B25DB7CD23F}" destId="{FA6153A5-61A7-4FA2-8803-24E316A6845B}" srcOrd="3" destOrd="0" presId="urn:microsoft.com/office/officeart/2018/2/layout/IconVerticalSolidList"/>
    <dgm:cxn modelId="{AFB4EE69-BB6B-4E61-A9EF-77ED7D64A1A6}" type="presParOf" srcId="{2C0D2499-0EF1-4141-A708-01BAC54977CB}" destId="{B5A98D78-5084-43A1-AE91-24DA6806F2AE}" srcOrd="3" destOrd="0" presId="urn:microsoft.com/office/officeart/2018/2/layout/IconVerticalSolidList"/>
    <dgm:cxn modelId="{34D8DB7A-252E-4192-B974-DD925186DED4}" type="presParOf" srcId="{2C0D2499-0EF1-4141-A708-01BAC54977CB}" destId="{53C47ECA-C32A-42D2-AA26-D7367F2B31FD}" srcOrd="4" destOrd="0" presId="urn:microsoft.com/office/officeart/2018/2/layout/IconVerticalSolidList"/>
    <dgm:cxn modelId="{D5DF5004-67DF-4258-A2F0-8A3A16754B9E}" type="presParOf" srcId="{53C47ECA-C32A-42D2-AA26-D7367F2B31FD}" destId="{35B01933-B9BA-4A94-BED5-5674D981FFD7}" srcOrd="0" destOrd="0" presId="urn:microsoft.com/office/officeart/2018/2/layout/IconVerticalSolidList"/>
    <dgm:cxn modelId="{578D9C1A-B54E-4BEE-91A1-A847BB151E2F}" type="presParOf" srcId="{53C47ECA-C32A-42D2-AA26-D7367F2B31FD}" destId="{2F1AEF8C-FF8D-4169-B6B7-E6F6A8C20636}" srcOrd="1" destOrd="0" presId="urn:microsoft.com/office/officeart/2018/2/layout/IconVerticalSolidList"/>
    <dgm:cxn modelId="{2FEC1660-28E7-473D-9BE8-9521A8E72F66}" type="presParOf" srcId="{53C47ECA-C32A-42D2-AA26-D7367F2B31FD}" destId="{8EE314B7-6684-4E62-88B9-6874363709A5}" srcOrd="2" destOrd="0" presId="urn:microsoft.com/office/officeart/2018/2/layout/IconVerticalSolidList"/>
    <dgm:cxn modelId="{F9C3A51C-4EF9-4E18-94B6-E26FA33AA979}" type="presParOf" srcId="{53C47ECA-C32A-42D2-AA26-D7367F2B31FD}" destId="{95354CA4-EECC-4B2A-82A6-952C45E689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BDAFA61-53BC-4F31-A2FC-5F7876B6740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4D60204-5171-4860-9585-167D9E78A2EA}">
      <dgm:prSet/>
      <dgm:spPr/>
      <dgm:t>
        <a:bodyPr/>
        <a:lstStyle/>
        <a:p>
          <a:r>
            <a:rPr lang="en-US"/>
            <a:t>Controls container permissions</a:t>
          </a:r>
        </a:p>
      </dgm:t>
    </dgm:pt>
    <dgm:pt modelId="{C71BE911-F0DA-41B0-B415-44DEA16E1F76}" type="parTrans" cxnId="{F1EEB4A7-6105-4B7A-ACC9-CD29510F2B43}">
      <dgm:prSet/>
      <dgm:spPr/>
      <dgm:t>
        <a:bodyPr/>
        <a:lstStyle/>
        <a:p>
          <a:endParaRPr lang="en-US"/>
        </a:p>
      </dgm:t>
    </dgm:pt>
    <dgm:pt modelId="{C4118A03-6028-4222-AAB0-DB28A1A58CFC}" type="sibTrans" cxnId="{F1EEB4A7-6105-4B7A-ACC9-CD29510F2B43}">
      <dgm:prSet/>
      <dgm:spPr/>
      <dgm:t>
        <a:bodyPr/>
        <a:lstStyle/>
        <a:p>
          <a:endParaRPr lang="en-US"/>
        </a:p>
      </dgm:t>
    </dgm:pt>
    <dgm:pt modelId="{CAA30308-6FE8-432C-8983-18BE1A868EF0}">
      <dgm:prSet/>
      <dgm:spPr/>
      <dgm:t>
        <a:bodyPr/>
        <a:lstStyle/>
        <a:p>
          <a:r>
            <a:rPr lang="en-US"/>
            <a:t>Types:</a:t>
          </a:r>
        </a:p>
      </dgm:t>
    </dgm:pt>
    <dgm:pt modelId="{F3A773D8-A383-4D7F-841D-CFF553251068}" type="parTrans" cxnId="{C256A15A-395A-4B39-97E0-20A695B48335}">
      <dgm:prSet/>
      <dgm:spPr/>
      <dgm:t>
        <a:bodyPr/>
        <a:lstStyle/>
        <a:p>
          <a:endParaRPr lang="en-US"/>
        </a:p>
      </dgm:t>
    </dgm:pt>
    <dgm:pt modelId="{DBF8B3CC-1237-4EE4-9797-A505ECD277AB}" type="sibTrans" cxnId="{C256A15A-395A-4B39-97E0-20A695B48335}">
      <dgm:prSet/>
      <dgm:spPr/>
      <dgm:t>
        <a:bodyPr/>
        <a:lstStyle/>
        <a:p>
          <a:endParaRPr lang="en-US"/>
        </a:p>
      </dgm:t>
    </dgm:pt>
    <dgm:pt modelId="{1C514FDF-DAE9-4DF9-A691-DA34AB980F28}">
      <dgm:prSet/>
      <dgm:spPr/>
      <dgm:t>
        <a:bodyPr/>
        <a:lstStyle/>
        <a:p>
          <a:r>
            <a:rPr lang="en-US"/>
            <a:t>- restricted</a:t>
          </a:r>
        </a:p>
      </dgm:t>
    </dgm:pt>
    <dgm:pt modelId="{584DDF20-A137-4D0D-875D-50A12B849A3A}" type="parTrans" cxnId="{297A4A4A-4E91-4223-987F-A493CB329464}">
      <dgm:prSet/>
      <dgm:spPr/>
      <dgm:t>
        <a:bodyPr/>
        <a:lstStyle/>
        <a:p>
          <a:endParaRPr lang="en-US"/>
        </a:p>
      </dgm:t>
    </dgm:pt>
    <dgm:pt modelId="{B56654C4-F319-4D1C-97B6-DC0D1ABDB894}" type="sibTrans" cxnId="{297A4A4A-4E91-4223-987F-A493CB329464}">
      <dgm:prSet/>
      <dgm:spPr/>
      <dgm:t>
        <a:bodyPr/>
        <a:lstStyle/>
        <a:p>
          <a:endParaRPr lang="en-US"/>
        </a:p>
      </dgm:t>
    </dgm:pt>
    <dgm:pt modelId="{8FBABB57-EE61-4910-841F-E0536ACEC16A}">
      <dgm:prSet/>
      <dgm:spPr/>
      <dgm:t>
        <a:bodyPr/>
        <a:lstStyle/>
        <a:p>
          <a:r>
            <a:rPr lang="en-US"/>
            <a:t>- anyuid</a:t>
          </a:r>
        </a:p>
      </dgm:t>
    </dgm:pt>
    <dgm:pt modelId="{ACA30AF3-13C3-4B38-8FDC-5F9947A37AD1}" type="parTrans" cxnId="{1A8EF0AA-49B8-4E00-A8E5-0D8F776CFC6A}">
      <dgm:prSet/>
      <dgm:spPr/>
      <dgm:t>
        <a:bodyPr/>
        <a:lstStyle/>
        <a:p>
          <a:endParaRPr lang="en-US"/>
        </a:p>
      </dgm:t>
    </dgm:pt>
    <dgm:pt modelId="{23DFA21B-9585-4376-9786-A9B4408DC41B}" type="sibTrans" cxnId="{1A8EF0AA-49B8-4E00-A8E5-0D8F776CFC6A}">
      <dgm:prSet/>
      <dgm:spPr/>
      <dgm:t>
        <a:bodyPr/>
        <a:lstStyle/>
        <a:p>
          <a:endParaRPr lang="en-US"/>
        </a:p>
      </dgm:t>
    </dgm:pt>
    <dgm:pt modelId="{7B19ED75-CD04-4A2B-BB6F-3A747101E156}">
      <dgm:prSet/>
      <dgm:spPr/>
      <dgm:t>
        <a:bodyPr/>
        <a:lstStyle/>
        <a:p>
          <a:r>
            <a:rPr lang="en-US"/>
            <a:t>- privileged</a:t>
          </a:r>
        </a:p>
      </dgm:t>
    </dgm:pt>
    <dgm:pt modelId="{710A6910-EE63-400C-98D4-9D67071662BC}" type="parTrans" cxnId="{3E45969F-228A-41E9-A5AD-D9F072580C8D}">
      <dgm:prSet/>
      <dgm:spPr/>
      <dgm:t>
        <a:bodyPr/>
        <a:lstStyle/>
        <a:p>
          <a:endParaRPr lang="en-US"/>
        </a:p>
      </dgm:t>
    </dgm:pt>
    <dgm:pt modelId="{131B5C03-456B-49FC-A4F8-049401D756DD}" type="sibTrans" cxnId="{3E45969F-228A-41E9-A5AD-D9F072580C8D}">
      <dgm:prSet/>
      <dgm:spPr/>
      <dgm:t>
        <a:bodyPr/>
        <a:lstStyle/>
        <a:p>
          <a:endParaRPr lang="en-US"/>
        </a:p>
      </dgm:t>
    </dgm:pt>
    <dgm:pt modelId="{5C41DD9A-5270-49EB-81AE-4F80E1C95F33}" type="pres">
      <dgm:prSet presAssocID="{ABDAFA61-53BC-4F31-A2FC-5F7876B67405}" presName="root" presStyleCnt="0">
        <dgm:presLayoutVars>
          <dgm:dir/>
          <dgm:resizeHandles val="exact"/>
        </dgm:presLayoutVars>
      </dgm:prSet>
      <dgm:spPr/>
    </dgm:pt>
    <dgm:pt modelId="{B0B02F3C-6045-4CB3-A10E-D7A2602EF6A3}" type="pres">
      <dgm:prSet presAssocID="{F4D60204-5171-4860-9585-167D9E78A2EA}" presName="compNode" presStyleCnt="0"/>
      <dgm:spPr/>
    </dgm:pt>
    <dgm:pt modelId="{7CB239EA-F6E9-4621-BA85-6408C0531E42}" type="pres">
      <dgm:prSet presAssocID="{F4D60204-5171-4860-9585-167D9E78A2EA}" presName="bgRect" presStyleLbl="bgShp" presStyleIdx="0" presStyleCnt="5"/>
      <dgm:spPr/>
    </dgm:pt>
    <dgm:pt modelId="{92EE7DC2-7C2A-42D5-8867-EC21B9192BB6}" type="pres">
      <dgm:prSet presAssocID="{F4D60204-5171-4860-9585-167D9E78A2E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F07EB86-9267-4F57-9E16-6260390DB2F9}" type="pres">
      <dgm:prSet presAssocID="{F4D60204-5171-4860-9585-167D9E78A2EA}" presName="spaceRect" presStyleCnt="0"/>
      <dgm:spPr/>
    </dgm:pt>
    <dgm:pt modelId="{34D59133-817E-4254-8AE0-ABEDE417341F}" type="pres">
      <dgm:prSet presAssocID="{F4D60204-5171-4860-9585-167D9E78A2EA}" presName="parTx" presStyleLbl="revTx" presStyleIdx="0" presStyleCnt="5">
        <dgm:presLayoutVars>
          <dgm:chMax val="0"/>
          <dgm:chPref val="0"/>
        </dgm:presLayoutVars>
      </dgm:prSet>
      <dgm:spPr/>
    </dgm:pt>
    <dgm:pt modelId="{E557DFBD-7B23-4146-8FBA-D6A449E0A49C}" type="pres">
      <dgm:prSet presAssocID="{C4118A03-6028-4222-AAB0-DB28A1A58CFC}" presName="sibTrans" presStyleCnt="0"/>
      <dgm:spPr/>
    </dgm:pt>
    <dgm:pt modelId="{D79D5F27-441E-4C82-8825-3FDE7DF4D706}" type="pres">
      <dgm:prSet presAssocID="{CAA30308-6FE8-432C-8983-18BE1A868EF0}" presName="compNode" presStyleCnt="0"/>
      <dgm:spPr/>
    </dgm:pt>
    <dgm:pt modelId="{082930C6-CC46-4DC9-AE6F-795EAFFDEBE8}" type="pres">
      <dgm:prSet presAssocID="{CAA30308-6FE8-432C-8983-18BE1A868EF0}" presName="bgRect" presStyleLbl="bgShp" presStyleIdx="1" presStyleCnt="5"/>
      <dgm:spPr/>
    </dgm:pt>
    <dgm:pt modelId="{D05D43EA-37BB-4928-9443-50D336D62A54}" type="pres">
      <dgm:prSet presAssocID="{CAA30308-6FE8-432C-8983-18BE1A868EF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"/>
        </a:ext>
      </dgm:extLst>
    </dgm:pt>
    <dgm:pt modelId="{2C05D523-0A36-467F-A1EE-2ECAA67F67C7}" type="pres">
      <dgm:prSet presAssocID="{CAA30308-6FE8-432C-8983-18BE1A868EF0}" presName="spaceRect" presStyleCnt="0"/>
      <dgm:spPr/>
    </dgm:pt>
    <dgm:pt modelId="{7CC246B6-A3F1-4A04-9A91-3BC29E1F9F9D}" type="pres">
      <dgm:prSet presAssocID="{CAA30308-6FE8-432C-8983-18BE1A868EF0}" presName="parTx" presStyleLbl="revTx" presStyleIdx="1" presStyleCnt="5">
        <dgm:presLayoutVars>
          <dgm:chMax val="0"/>
          <dgm:chPref val="0"/>
        </dgm:presLayoutVars>
      </dgm:prSet>
      <dgm:spPr/>
    </dgm:pt>
    <dgm:pt modelId="{D69C869B-7218-492F-9187-D1E1602AFF63}" type="pres">
      <dgm:prSet presAssocID="{DBF8B3CC-1237-4EE4-9797-A505ECD277AB}" presName="sibTrans" presStyleCnt="0"/>
      <dgm:spPr/>
    </dgm:pt>
    <dgm:pt modelId="{B3E51380-4ADC-4935-A814-20AEA46B6E8F}" type="pres">
      <dgm:prSet presAssocID="{1C514FDF-DAE9-4DF9-A691-DA34AB980F28}" presName="compNode" presStyleCnt="0"/>
      <dgm:spPr/>
    </dgm:pt>
    <dgm:pt modelId="{76F24A90-34CE-434F-A8E9-CAAE9FF6BF35}" type="pres">
      <dgm:prSet presAssocID="{1C514FDF-DAE9-4DF9-A691-DA34AB980F28}" presName="bgRect" presStyleLbl="bgShp" presStyleIdx="2" presStyleCnt="5"/>
      <dgm:spPr/>
    </dgm:pt>
    <dgm:pt modelId="{830801E9-C520-4776-AABE-2646D0A92B6B}" type="pres">
      <dgm:prSet presAssocID="{1C514FDF-DAE9-4DF9-A691-DA34AB980F2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5FF5409E-8D58-4E03-84DF-D92867D9D554}" type="pres">
      <dgm:prSet presAssocID="{1C514FDF-DAE9-4DF9-A691-DA34AB980F28}" presName="spaceRect" presStyleCnt="0"/>
      <dgm:spPr/>
    </dgm:pt>
    <dgm:pt modelId="{889F89C6-595C-44F7-A08F-6C43D0D75577}" type="pres">
      <dgm:prSet presAssocID="{1C514FDF-DAE9-4DF9-A691-DA34AB980F28}" presName="parTx" presStyleLbl="revTx" presStyleIdx="2" presStyleCnt="5">
        <dgm:presLayoutVars>
          <dgm:chMax val="0"/>
          <dgm:chPref val="0"/>
        </dgm:presLayoutVars>
      </dgm:prSet>
      <dgm:spPr/>
    </dgm:pt>
    <dgm:pt modelId="{C3A6CB28-6182-4F49-9460-65CA2A59AAFD}" type="pres">
      <dgm:prSet presAssocID="{B56654C4-F319-4D1C-97B6-DC0D1ABDB894}" presName="sibTrans" presStyleCnt="0"/>
      <dgm:spPr/>
    </dgm:pt>
    <dgm:pt modelId="{08A49975-09A0-4849-A505-669BA3C61202}" type="pres">
      <dgm:prSet presAssocID="{8FBABB57-EE61-4910-841F-E0536ACEC16A}" presName="compNode" presStyleCnt="0"/>
      <dgm:spPr/>
    </dgm:pt>
    <dgm:pt modelId="{75F23E4D-31F3-4E39-AD90-CC6E2E4BEF19}" type="pres">
      <dgm:prSet presAssocID="{8FBABB57-EE61-4910-841F-E0536ACEC16A}" presName="bgRect" presStyleLbl="bgShp" presStyleIdx="3" presStyleCnt="5"/>
      <dgm:spPr/>
    </dgm:pt>
    <dgm:pt modelId="{73B6960E-2DF5-4600-9341-EB80A6C70A92}" type="pres">
      <dgm:prSet presAssocID="{8FBABB57-EE61-4910-841F-E0536ACEC16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etti Ball"/>
        </a:ext>
      </dgm:extLst>
    </dgm:pt>
    <dgm:pt modelId="{769F332F-B4A1-445C-87A5-7B2F629A38F8}" type="pres">
      <dgm:prSet presAssocID="{8FBABB57-EE61-4910-841F-E0536ACEC16A}" presName="spaceRect" presStyleCnt="0"/>
      <dgm:spPr/>
    </dgm:pt>
    <dgm:pt modelId="{0BF9F545-1798-471B-9981-92A90510D3CD}" type="pres">
      <dgm:prSet presAssocID="{8FBABB57-EE61-4910-841F-E0536ACEC16A}" presName="parTx" presStyleLbl="revTx" presStyleIdx="3" presStyleCnt="5">
        <dgm:presLayoutVars>
          <dgm:chMax val="0"/>
          <dgm:chPref val="0"/>
        </dgm:presLayoutVars>
      </dgm:prSet>
      <dgm:spPr/>
    </dgm:pt>
    <dgm:pt modelId="{120FFA69-A250-4BE7-AC6B-291BF7715865}" type="pres">
      <dgm:prSet presAssocID="{23DFA21B-9585-4376-9786-A9B4408DC41B}" presName="sibTrans" presStyleCnt="0"/>
      <dgm:spPr/>
    </dgm:pt>
    <dgm:pt modelId="{06AD9A6C-755E-4695-80F9-3A9BF6820233}" type="pres">
      <dgm:prSet presAssocID="{7B19ED75-CD04-4A2B-BB6F-3A747101E156}" presName="compNode" presStyleCnt="0"/>
      <dgm:spPr/>
    </dgm:pt>
    <dgm:pt modelId="{C1703DA8-3BB9-499A-A50A-F4A495ACAE22}" type="pres">
      <dgm:prSet presAssocID="{7B19ED75-CD04-4A2B-BB6F-3A747101E156}" presName="bgRect" presStyleLbl="bgShp" presStyleIdx="4" presStyleCnt="5"/>
      <dgm:spPr/>
    </dgm:pt>
    <dgm:pt modelId="{E0C6AA33-B295-4B9A-9C9D-58D1696E6D1B}" type="pres">
      <dgm:prSet presAssocID="{7B19ED75-CD04-4A2B-BB6F-3A747101E15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ch umbrella"/>
        </a:ext>
      </dgm:extLst>
    </dgm:pt>
    <dgm:pt modelId="{C1900460-28ED-4C1A-A53C-4DFDE1ACC18F}" type="pres">
      <dgm:prSet presAssocID="{7B19ED75-CD04-4A2B-BB6F-3A747101E156}" presName="spaceRect" presStyleCnt="0"/>
      <dgm:spPr/>
    </dgm:pt>
    <dgm:pt modelId="{9E539D57-1E81-4809-921B-D9FDC5360DBE}" type="pres">
      <dgm:prSet presAssocID="{7B19ED75-CD04-4A2B-BB6F-3A747101E15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E4D2717-D79D-451B-9D18-E77361AF111A}" type="presOf" srcId="{7B19ED75-CD04-4A2B-BB6F-3A747101E156}" destId="{9E539D57-1E81-4809-921B-D9FDC5360DBE}" srcOrd="0" destOrd="0" presId="urn:microsoft.com/office/officeart/2018/2/layout/IconVerticalSolidList"/>
    <dgm:cxn modelId="{F33B5F3D-6CFD-4072-A72E-5D8FE6C109A4}" type="presOf" srcId="{F4D60204-5171-4860-9585-167D9E78A2EA}" destId="{34D59133-817E-4254-8AE0-ABEDE417341F}" srcOrd="0" destOrd="0" presId="urn:microsoft.com/office/officeart/2018/2/layout/IconVerticalSolidList"/>
    <dgm:cxn modelId="{297A4A4A-4E91-4223-987F-A493CB329464}" srcId="{ABDAFA61-53BC-4F31-A2FC-5F7876B67405}" destId="{1C514FDF-DAE9-4DF9-A691-DA34AB980F28}" srcOrd="2" destOrd="0" parTransId="{584DDF20-A137-4D0D-875D-50A12B849A3A}" sibTransId="{B56654C4-F319-4D1C-97B6-DC0D1ABDB894}"/>
    <dgm:cxn modelId="{A09D266E-E742-467E-8FE3-86041543E983}" type="presOf" srcId="{8FBABB57-EE61-4910-841F-E0536ACEC16A}" destId="{0BF9F545-1798-471B-9981-92A90510D3CD}" srcOrd="0" destOrd="0" presId="urn:microsoft.com/office/officeart/2018/2/layout/IconVerticalSolidList"/>
    <dgm:cxn modelId="{F290E755-D491-4365-A450-6E38F4EBC76C}" type="presOf" srcId="{ABDAFA61-53BC-4F31-A2FC-5F7876B67405}" destId="{5C41DD9A-5270-49EB-81AE-4F80E1C95F33}" srcOrd="0" destOrd="0" presId="urn:microsoft.com/office/officeart/2018/2/layout/IconVerticalSolidList"/>
    <dgm:cxn modelId="{C256A15A-395A-4B39-97E0-20A695B48335}" srcId="{ABDAFA61-53BC-4F31-A2FC-5F7876B67405}" destId="{CAA30308-6FE8-432C-8983-18BE1A868EF0}" srcOrd="1" destOrd="0" parTransId="{F3A773D8-A383-4D7F-841D-CFF553251068}" sibTransId="{DBF8B3CC-1237-4EE4-9797-A505ECD277AB}"/>
    <dgm:cxn modelId="{3E45969F-228A-41E9-A5AD-D9F072580C8D}" srcId="{ABDAFA61-53BC-4F31-A2FC-5F7876B67405}" destId="{7B19ED75-CD04-4A2B-BB6F-3A747101E156}" srcOrd="4" destOrd="0" parTransId="{710A6910-EE63-400C-98D4-9D67071662BC}" sibTransId="{131B5C03-456B-49FC-A4F8-049401D756DD}"/>
    <dgm:cxn modelId="{F1EEB4A7-6105-4B7A-ACC9-CD29510F2B43}" srcId="{ABDAFA61-53BC-4F31-A2FC-5F7876B67405}" destId="{F4D60204-5171-4860-9585-167D9E78A2EA}" srcOrd="0" destOrd="0" parTransId="{C71BE911-F0DA-41B0-B415-44DEA16E1F76}" sibTransId="{C4118A03-6028-4222-AAB0-DB28A1A58CFC}"/>
    <dgm:cxn modelId="{E53359A9-3D66-473D-880F-834383FC9B71}" type="presOf" srcId="{1C514FDF-DAE9-4DF9-A691-DA34AB980F28}" destId="{889F89C6-595C-44F7-A08F-6C43D0D75577}" srcOrd="0" destOrd="0" presId="urn:microsoft.com/office/officeart/2018/2/layout/IconVerticalSolidList"/>
    <dgm:cxn modelId="{1A8EF0AA-49B8-4E00-A8E5-0D8F776CFC6A}" srcId="{ABDAFA61-53BC-4F31-A2FC-5F7876B67405}" destId="{8FBABB57-EE61-4910-841F-E0536ACEC16A}" srcOrd="3" destOrd="0" parTransId="{ACA30AF3-13C3-4B38-8FDC-5F9947A37AD1}" sibTransId="{23DFA21B-9585-4376-9786-A9B4408DC41B}"/>
    <dgm:cxn modelId="{D0554CD2-D2FE-4AEB-94DB-0BD46E63C4C1}" type="presOf" srcId="{CAA30308-6FE8-432C-8983-18BE1A868EF0}" destId="{7CC246B6-A3F1-4A04-9A91-3BC29E1F9F9D}" srcOrd="0" destOrd="0" presId="urn:microsoft.com/office/officeart/2018/2/layout/IconVerticalSolidList"/>
    <dgm:cxn modelId="{D4864D84-EA8B-4A52-9156-B53577B81A45}" type="presParOf" srcId="{5C41DD9A-5270-49EB-81AE-4F80E1C95F33}" destId="{B0B02F3C-6045-4CB3-A10E-D7A2602EF6A3}" srcOrd="0" destOrd="0" presId="urn:microsoft.com/office/officeart/2018/2/layout/IconVerticalSolidList"/>
    <dgm:cxn modelId="{70F558CB-8749-4102-8F48-71366E2F7D69}" type="presParOf" srcId="{B0B02F3C-6045-4CB3-A10E-D7A2602EF6A3}" destId="{7CB239EA-F6E9-4621-BA85-6408C0531E42}" srcOrd="0" destOrd="0" presId="urn:microsoft.com/office/officeart/2018/2/layout/IconVerticalSolidList"/>
    <dgm:cxn modelId="{A386E773-EF14-4958-80F8-D6780429C478}" type="presParOf" srcId="{B0B02F3C-6045-4CB3-A10E-D7A2602EF6A3}" destId="{92EE7DC2-7C2A-42D5-8867-EC21B9192BB6}" srcOrd="1" destOrd="0" presId="urn:microsoft.com/office/officeart/2018/2/layout/IconVerticalSolidList"/>
    <dgm:cxn modelId="{5D25165F-23AB-4241-8233-020C7CB49B72}" type="presParOf" srcId="{B0B02F3C-6045-4CB3-A10E-D7A2602EF6A3}" destId="{8F07EB86-9267-4F57-9E16-6260390DB2F9}" srcOrd="2" destOrd="0" presId="urn:microsoft.com/office/officeart/2018/2/layout/IconVerticalSolidList"/>
    <dgm:cxn modelId="{9A6698A2-44E2-429D-8B3F-7ECB7FB80799}" type="presParOf" srcId="{B0B02F3C-6045-4CB3-A10E-D7A2602EF6A3}" destId="{34D59133-817E-4254-8AE0-ABEDE417341F}" srcOrd="3" destOrd="0" presId="urn:microsoft.com/office/officeart/2018/2/layout/IconVerticalSolidList"/>
    <dgm:cxn modelId="{E375CB22-86EF-4E0B-ABF4-E76908DD3879}" type="presParOf" srcId="{5C41DD9A-5270-49EB-81AE-4F80E1C95F33}" destId="{E557DFBD-7B23-4146-8FBA-D6A449E0A49C}" srcOrd="1" destOrd="0" presId="urn:microsoft.com/office/officeart/2018/2/layout/IconVerticalSolidList"/>
    <dgm:cxn modelId="{EA993000-633C-4A35-9CF1-3551F391A485}" type="presParOf" srcId="{5C41DD9A-5270-49EB-81AE-4F80E1C95F33}" destId="{D79D5F27-441E-4C82-8825-3FDE7DF4D706}" srcOrd="2" destOrd="0" presId="urn:microsoft.com/office/officeart/2018/2/layout/IconVerticalSolidList"/>
    <dgm:cxn modelId="{68E79E95-5DA3-467F-AED3-7CD51756031C}" type="presParOf" srcId="{D79D5F27-441E-4C82-8825-3FDE7DF4D706}" destId="{082930C6-CC46-4DC9-AE6F-795EAFFDEBE8}" srcOrd="0" destOrd="0" presId="urn:microsoft.com/office/officeart/2018/2/layout/IconVerticalSolidList"/>
    <dgm:cxn modelId="{55772D60-F059-41AA-B51C-8D7EE97A5C48}" type="presParOf" srcId="{D79D5F27-441E-4C82-8825-3FDE7DF4D706}" destId="{D05D43EA-37BB-4928-9443-50D336D62A54}" srcOrd="1" destOrd="0" presId="urn:microsoft.com/office/officeart/2018/2/layout/IconVerticalSolidList"/>
    <dgm:cxn modelId="{6802D06E-4739-4616-A0F6-79AAE0872AA9}" type="presParOf" srcId="{D79D5F27-441E-4C82-8825-3FDE7DF4D706}" destId="{2C05D523-0A36-467F-A1EE-2ECAA67F67C7}" srcOrd="2" destOrd="0" presId="urn:microsoft.com/office/officeart/2018/2/layout/IconVerticalSolidList"/>
    <dgm:cxn modelId="{944C1127-B85C-4450-9ED2-430A2886BBAC}" type="presParOf" srcId="{D79D5F27-441E-4C82-8825-3FDE7DF4D706}" destId="{7CC246B6-A3F1-4A04-9A91-3BC29E1F9F9D}" srcOrd="3" destOrd="0" presId="urn:microsoft.com/office/officeart/2018/2/layout/IconVerticalSolidList"/>
    <dgm:cxn modelId="{FAFFE6AA-1918-4644-8EFF-311BEACE42E4}" type="presParOf" srcId="{5C41DD9A-5270-49EB-81AE-4F80E1C95F33}" destId="{D69C869B-7218-492F-9187-D1E1602AFF63}" srcOrd="3" destOrd="0" presId="urn:microsoft.com/office/officeart/2018/2/layout/IconVerticalSolidList"/>
    <dgm:cxn modelId="{62426074-4146-44D8-BC77-C32B963466CB}" type="presParOf" srcId="{5C41DD9A-5270-49EB-81AE-4F80E1C95F33}" destId="{B3E51380-4ADC-4935-A814-20AEA46B6E8F}" srcOrd="4" destOrd="0" presId="urn:microsoft.com/office/officeart/2018/2/layout/IconVerticalSolidList"/>
    <dgm:cxn modelId="{E5974999-3FCA-491A-BBED-C19D5D7CBA0D}" type="presParOf" srcId="{B3E51380-4ADC-4935-A814-20AEA46B6E8F}" destId="{76F24A90-34CE-434F-A8E9-CAAE9FF6BF35}" srcOrd="0" destOrd="0" presId="urn:microsoft.com/office/officeart/2018/2/layout/IconVerticalSolidList"/>
    <dgm:cxn modelId="{D732B525-E554-403D-B83A-8773806E61A0}" type="presParOf" srcId="{B3E51380-4ADC-4935-A814-20AEA46B6E8F}" destId="{830801E9-C520-4776-AABE-2646D0A92B6B}" srcOrd="1" destOrd="0" presId="urn:microsoft.com/office/officeart/2018/2/layout/IconVerticalSolidList"/>
    <dgm:cxn modelId="{0348ADDF-E4C9-42B1-B725-809DD040D079}" type="presParOf" srcId="{B3E51380-4ADC-4935-A814-20AEA46B6E8F}" destId="{5FF5409E-8D58-4E03-84DF-D92867D9D554}" srcOrd="2" destOrd="0" presId="urn:microsoft.com/office/officeart/2018/2/layout/IconVerticalSolidList"/>
    <dgm:cxn modelId="{A1212FF8-801E-4D8A-84EC-DDFB2C70B39F}" type="presParOf" srcId="{B3E51380-4ADC-4935-A814-20AEA46B6E8F}" destId="{889F89C6-595C-44F7-A08F-6C43D0D75577}" srcOrd="3" destOrd="0" presId="urn:microsoft.com/office/officeart/2018/2/layout/IconVerticalSolidList"/>
    <dgm:cxn modelId="{E91D09EC-650E-4F14-9C7E-B9BD3145A740}" type="presParOf" srcId="{5C41DD9A-5270-49EB-81AE-4F80E1C95F33}" destId="{C3A6CB28-6182-4F49-9460-65CA2A59AAFD}" srcOrd="5" destOrd="0" presId="urn:microsoft.com/office/officeart/2018/2/layout/IconVerticalSolidList"/>
    <dgm:cxn modelId="{8F65E20C-3CE0-46C4-B29D-DFC120B96A5F}" type="presParOf" srcId="{5C41DD9A-5270-49EB-81AE-4F80E1C95F33}" destId="{08A49975-09A0-4849-A505-669BA3C61202}" srcOrd="6" destOrd="0" presId="urn:microsoft.com/office/officeart/2018/2/layout/IconVerticalSolidList"/>
    <dgm:cxn modelId="{132FDB1F-7A5F-4A7F-B9C5-91DB9F6DF2FC}" type="presParOf" srcId="{08A49975-09A0-4849-A505-669BA3C61202}" destId="{75F23E4D-31F3-4E39-AD90-CC6E2E4BEF19}" srcOrd="0" destOrd="0" presId="urn:microsoft.com/office/officeart/2018/2/layout/IconVerticalSolidList"/>
    <dgm:cxn modelId="{7D300E8F-D7FE-4F43-8485-C7C61AE8DD1E}" type="presParOf" srcId="{08A49975-09A0-4849-A505-669BA3C61202}" destId="{73B6960E-2DF5-4600-9341-EB80A6C70A92}" srcOrd="1" destOrd="0" presId="urn:microsoft.com/office/officeart/2018/2/layout/IconVerticalSolidList"/>
    <dgm:cxn modelId="{05BE7241-6329-4DFF-8D66-16C6884D4C9B}" type="presParOf" srcId="{08A49975-09A0-4849-A505-669BA3C61202}" destId="{769F332F-B4A1-445C-87A5-7B2F629A38F8}" srcOrd="2" destOrd="0" presId="urn:microsoft.com/office/officeart/2018/2/layout/IconVerticalSolidList"/>
    <dgm:cxn modelId="{AAF927D3-4EF3-4960-A71E-B583D4B284BE}" type="presParOf" srcId="{08A49975-09A0-4849-A505-669BA3C61202}" destId="{0BF9F545-1798-471B-9981-92A90510D3CD}" srcOrd="3" destOrd="0" presId="urn:microsoft.com/office/officeart/2018/2/layout/IconVerticalSolidList"/>
    <dgm:cxn modelId="{AB77D6B9-35BF-4BE8-AE56-E7D6EDB290D8}" type="presParOf" srcId="{5C41DD9A-5270-49EB-81AE-4F80E1C95F33}" destId="{120FFA69-A250-4BE7-AC6B-291BF7715865}" srcOrd="7" destOrd="0" presId="urn:microsoft.com/office/officeart/2018/2/layout/IconVerticalSolidList"/>
    <dgm:cxn modelId="{ADF982EB-BFB9-4E6E-9996-5D0627381BC4}" type="presParOf" srcId="{5C41DD9A-5270-49EB-81AE-4F80E1C95F33}" destId="{06AD9A6C-755E-4695-80F9-3A9BF6820233}" srcOrd="8" destOrd="0" presId="urn:microsoft.com/office/officeart/2018/2/layout/IconVerticalSolidList"/>
    <dgm:cxn modelId="{3A209C65-B6FB-4D41-A3AD-5C59934F6F31}" type="presParOf" srcId="{06AD9A6C-755E-4695-80F9-3A9BF6820233}" destId="{C1703DA8-3BB9-499A-A50A-F4A495ACAE22}" srcOrd="0" destOrd="0" presId="urn:microsoft.com/office/officeart/2018/2/layout/IconVerticalSolidList"/>
    <dgm:cxn modelId="{6A241000-F1C7-4EC6-AFCE-C66C655A24CA}" type="presParOf" srcId="{06AD9A6C-755E-4695-80F9-3A9BF6820233}" destId="{E0C6AA33-B295-4B9A-9C9D-58D1696E6D1B}" srcOrd="1" destOrd="0" presId="urn:microsoft.com/office/officeart/2018/2/layout/IconVerticalSolidList"/>
    <dgm:cxn modelId="{AE224221-40E9-4348-B317-D36C21184D75}" type="presParOf" srcId="{06AD9A6C-755E-4695-80F9-3A9BF6820233}" destId="{C1900460-28ED-4C1A-A53C-4DFDE1ACC18F}" srcOrd="2" destOrd="0" presId="urn:microsoft.com/office/officeart/2018/2/layout/IconVerticalSolidList"/>
    <dgm:cxn modelId="{CE907B10-851A-46F0-AB2E-728AA12B6DE5}" type="presParOf" srcId="{06AD9A6C-755E-4695-80F9-3A9BF6820233}" destId="{9E539D57-1E81-4809-921B-D9FDC5360D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3573A0F-3C24-42CB-85E6-D0DEF558184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E8B9C5E-22CA-4092-9A87-6FDCAA35A122}">
      <dgm:prSet/>
      <dgm:spPr/>
      <dgm:t>
        <a:bodyPr/>
        <a:lstStyle/>
        <a:p>
          <a:pPr>
            <a:defRPr cap="all"/>
          </a:pPr>
          <a:r>
            <a:rPr lang="en-US"/>
            <a:t>Managed by Cluster Version Operator</a:t>
          </a:r>
        </a:p>
      </dgm:t>
    </dgm:pt>
    <dgm:pt modelId="{1019F3F3-6998-4BBE-9B97-413044DE694A}" type="parTrans" cxnId="{1BFF7D52-61EA-40A8-9DE0-7A05B641D7D3}">
      <dgm:prSet/>
      <dgm:spPr/>
      <dgm:t>
        <a:bodyPr/>
        <a:lstStyle/>
        <a:p>
          <a:endParaRPr lang="en-US"/>
        </a:p>
      </dgm:t>
    </dgm:pt>
    <dgm:pt modelId="{E8F5F374-4E62-4533-814F-C569F44AEAB8}" type="sibTrans" cxnId="{1BFF7D52-61EA-40A8-9DE0-7A05B641D7D3}">
      <dgm:prSet/>
      <dgm:spPr/>
      <dgm:t>
        <a:bodyPr/>
        <a:lstStyle/>
        <a:p>
          <a:endParaRPr lang="en-US"/>
        </a:p>
      </dgm:t>
    </dgm:pt>
    <dgm:pt modelId="{2C891036-D827-4EC1-9A9D-8152213A85A2}">
      <dgm:prSet/>
      <dgm:spPr/>
      <dgm:t>
        <a:bodyPr/>
        <a:lstStyle/>
        <a:p>
          <a:pPr>
            <a:defRPr cap="all"/>
          </a:pPr>
          <a:r>
            <a:rPr lang="en-US"/>
            <a:t>oc get clusterversion</a:t>
          </a:r>
        </a:p>
      </dgm:t>
    </dgm:pt>
    <dgm:pt modelId="{5292E239-D961-4B05-9AF4-16938A1DCB85}" type="parTrans" cxnId="{C0F89A31-7A59-49C1-BB96-64757BD6E552}">
      <dgm:prSet/>
      <dgm:spPr/>
      <dgm:t>
        <a:bodyPr/>
        <a:lstStyle/>
        <a:p>
          <a:endParaRPr lang="en-US"/>
        </a:p>
      </dgm:t>
    </dgm:pt>
    <dgm:pt modelId="{9B9B8DB1-0EE2-46E9-84AA-C3CF4F81C27E}" type="sibTrans" cxnId="{C0F89A31-7A59-49C1-BB96-64757BD6E552}">
      <dgm:prSet/>
      <dgm:spPr/>
      <dgm:t>
        <a:bodyPr/>
        <a:lstStyle/>
        <a:p>
          <a:endParaRPr lang="en-US"/>
        </a:p>
      </dgm:t>
    </dgm:pt>
    <dgm:pt modelId="{B88DE3AC-8AA6-472C-A320-0F61F59AD9DA}" type="pres">
      <dgm:prSet presAssocID="{03573A0F-3C24-42CB-85E6-D0DEF558184E}" presName="root" presStyleCnt="0">
        <dgm:presLayoutVars>
          <dgm:dir/>
          <dgm:resizeHandles val="exact"/>
        </dgm:presLayoutVars>
      </dgm:prSet>
      <dgm:spPr/>
    </dgm:pt>
    <dgm:pt modelId="{AAF74D9D-59F1-4D3E-B2CC-AE179839761E}" type="pres">
      <dgm:prSet presAssocID="{4E8B9C5E-22CA-4092-9A87-6FDCAA35A122}" presName="compNode" presStyleCnt="0"/>
      <dgm:spPr/>
    </dgm:pt>
    <dgm:pt modelId="{2B892099-13BA-473D-8190-5715FA93A567}" type="pres">
      <dgm:prSet presAssocID="{4E8B9C5E-22CA-4092-9A87-6FDCAA35A122}" presName="iconBgRect" presStyleLbl="bgShp" presStyleIdx="0" presStyleCnt="2"/>
      <dgm:spPr/>
    </dgm:pt>
    <dgm:pt modelId="{657F2618-CE44-4AC6-AE31-2A51D538D034}" type="pres">
      <dgm:prSet presAssocID="{4E8B9C5E-22CA-4092-9A87-6FDCAA35A12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8888EB3-AB9C-41C7-8520-42AFC46C5395}" type="pres">
      <dgm:prSet presAssocID="{4E8B9C5E-22CA-4092-9A87-6FDCAA35A122}" presName="spaceRect" presStyleCnt="0"/>
      <dgm:spPr/>
    </dgm:pt>
    <dgm:pt modelId="{63E5FAF9-365C-4875-8B7E-D060AFD4F451}" type="pres">
      <dgm:prSet presAssocID="{4E8B9C5E-22CA-4092-9A87-6FDCAA35A122}" presName="textRect" presStyleLbl="revTx" presStyleIdx="0" presStyleCnt="2">
        <dgm:presLayoutVars>
          <dgm:chMax val="1"/>
          <dgm:chPref val="1"/>
        </dgm:presLayoutVars>
      </dgm:prSet>
      <dgm:spPr/>
    </dgm:pt>
    <dgm:pt modelId="{F3841003-0DE2-454D-AF83-7D26C17CC52E}" type="pres">
      <dgm:prSet presAssocID="{E8F5F374-4E62-4533-814F-C569F44AEAB8}" presName="sibTrans" presStyleCnt="0"/>
      <dgm:spPr/>
    </dgm:pt>
    <dgm:pt modelId="{FEE4FCF4-E930-4AF0-8186-3875AC5ABD22}" type="pres">
      <dgm:prSet presAssocID="{2C891036-D827-4EC1-9A9D-8152213A85A2}" presName="compNode" presStyleCnt="0"/>
      <dgm:spPr/>
    </dgm:pt>
    <dgm:pt modelId="{ABB7E28A-319A-4DEB-8A74-F9697D666D6F}" type="pres">
      <dgm:prSet presAssocID="{2C891036-D827-4EC1-9A9D-8152213A85A2}" presName="iconBgRect" presStyleLbl="bgShp" presStyleIdx="1" presStyleCnt="2"/>
      <dgm:spPr/>
    </dgm:pt>
    <dgm:pt modelId="{5A4E557A-7520-4745-8F28-7F8CE16B9DB3}" type="pres">
      <dgm:prSet presAssocID="{2C891036-D827-4EC1-9A9D-8152213A85A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2767631-E7B5-41DB-8917-86AD1687770F}" type="pres">
      <dgm:prSet presAssocID="{2C891036-D827-4EC1-9A9D-8152213A85A2}" presName="spaceRect" presStyleCnt="0"/>
      <dgm:spPr/>
    </dgm:pt>
    <dgm:pt modelId="{733E3896-C91A-4DD1-9FEF-0D02FD1935E9}" type="pres">
      <dgm:prSet presAssocID="{2C891036-D827-4EC1-9A9D-8152213A85A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0F89A31-7A59-49C1-BB96-64757BD6E552}" srcId="{03573A0F-3C24-42CB-85E6-D0DEF558184E}" destId="{2C891036-D827-4EC1-9A9D-8152213A85A2}" srcOrd="1" destOrd="0" parTransId="{5292E239-D961-4B05-9AF4-16938A1DCB85}" sibTransId="{9B9B8DB1-0EE2-46E9-84AA-C3CF4F81C27E}"/>
    <dgm:cxn modelId="{1BFF7D52-61EA-40A8-9DE0-7A05B641D7D3}" srcId="{03573A0F-3C24-42CB-85E6-D0DEF558184E}" destId="{4E8B9C5E-22CA-4092-9A87-6FDCAA35A122}" srcOrd="0" destOrd="0" parTransId="{1019F3F3-6998-4BBE-9B97-413044DE694A}" sibTransId="{E8F5F374-4E62-4533-814F-C569F44AEAB8}"/>
    <dgm:cxn modelId="{1FE0707F-B959-4B25-8D10-EA07DB2996C5}" type="presOf" srcId="{2C891036-D827-4EC1-9A9D-8152213A85A2}" destId="{733E3896-C91A-4DD1-9FEF-0D02FD1935E9}" srcOrd="0" destOrd="0" presId="urn:microsoft.com/office/officeart/2018/5/layout/IconCircleLabelList"/>
    <dgm:cxn modelId="{F9A5A181-5DA5-4FE6-A234-21BD75C6CD0E}" type="presOf" srcId="{03573A0F-3C24-42CB-85E6-D0DEF558184E}" destId="{B88DE3AC-8AA6-472C-A320-0F61F59AD9DA}" srcOrd="0" destOrd="0" presId="urn:microsoft.com/office/officeart/2018/5/layout/IconCircleLabelList"/>
    <dgm:cxn modelId="{A23F1184-D20D-456D-AB15-8BD1F2286EF8}" type="presOf" srcId="{4E8B9C5E-22CA-4092-9A87-6FDCAA35A122}" destId="{63E5FAF9-365C-4875-8B7E-D060AFD4F451}" srcOrd="0" destOrd="0" presId="urn:microsoft.com/office/officeart/2018/5/layout/IconCircleLabelList"/>
    <dgm:cxn modelId="{37D44062-B942-4585-890A-D5D15695265D}" type="presParOf" srcId="{B88DE3AC-8AA6-472C-A320-0F61F59AD9DA}" destId="{AAF74D9D-59F1-4D3E-B2CC-AE179839761E}" srcOrd="0" destOrd="0" presId="urn:microsoft.com/office/officeart/2018/5/layout/IconCircleLabelList"/>
    <dgm:cxn modelId="{00D174CE-F25F-4AA4-B481-A5D7F85A530D}" type="presParOf" srcId="{AAF74D9D-59F1-4D3E-B2CC-AE179839761E}" destId="{2B892099-13BA-473D-8190-5715FA93A567}" srcOrd="0" destOrd="0" presId="urn:microsoft.com/office/officeart/2018/5/layout/IconCircleLabelList"/>
    <dgm:cxn modelId="{CEE022AE-9136-4CF1-BB37-B067ACFAB486}" type="presParOf" srcId="{AAF74D9D-59F1-4D3E-B2CC-AE179839761E}" destId="{657F2618-CE44-4AC6-AE31-2A51D538D034}" srcOrd="1" destOrd="0" presId="urn:microsoft.com/office/officeart/2018/5/layout/IconCircleLabelList"/>
    <dgm:cxn modelId="{B12A902F-0584-4407-8914-98C2CB967B7F}" type="presParOf" srcId="{AAF74D9D-59F1-4D3E-B2CC-AE179839761E}" destId="{B8888EB3-AB9C-41C7-8520-42AFC46C5395}" srcOrd="2" destOrd="0" presId="urn:microsoft.com/office/officeart/2018/5/layout/IconCircleLabelList"/>
    <dgm:cxn modelId="{3E462A7A-6E03-4DA7-B918-EE1F0F153EC4}" type="presParOf" srcId="{AAF74D9D-59F1-4D3E-B2CC-AE179839761E}" destId="{63E5FAF9-365C-4875-8B7E-D060AFD4F451}" srcOrd="3" destOrd="0" presId="urn:microsoft.com/office/officeart/2018/5/layout/IconCircleLabelList"/>
    <dgm:cxn modelId="{195620AD-CCCB-4F73-9A27-6448A9E5A419}" type="presParOf" srcId="{B88DE3AC-8AA6-472C-A320-0F61F59AD9DA}" destId="{F3841003-0DE2-454D-AF83-7D26C17CC52E}" srcOrd="1" destOrd="0" presId="urn:microsoft.com/office/officeart/2018/5/layout/IconCircleLabelList"/>
    <dgm:cxn modelId="{970466AE-A04E-4101-B8B5-DD7092FFDA35}" type="presParOf" srcId="{B88DE3AC-8AA6-472C-A320-0F61F59AD9DA}" destId="{FEE4FCF4-E930-4AF0-8186-3875AC5ABD22}" srcOrd="2" destOrd="0" presId="urn:microsoft.com/office/officeart/2018/5/layout/IconCircleLabelList"/>
    <dgm:cxn modelId="{E33B7B12-F965-4C6B-B0E5-65911B88A863}" type="presParOf" srcId="{FEE4FCF4-E930-4AF0-8186-3875AC5ABD22}" destId="{ABB7E28A-319A-4DEB-8A74-F9697D666D6F}" srcOrd="0" destOrd="0" presId="urn:microsoft.com/office/officeart/2018/5/layout/IconCircleLabelList"/>
    <dgm:cxn modelId="{EC127582-B5F8-4C33-B455-9218B7168EB3}" type="presParOf" srcId="{FEE4FCF4-E930-4AF0-8186-3875AC5ABD22}" destId="{5A4E557A-7520-4745-8F28-7F8CE16B9DB3}" srcOrd="1" destOrd="0" presId="urn:microsoft.com/office/officeart/2018/5/layout/IconCircleLabelList"/>
    <dgm:cxn modelId="{AC5C844B-0E7D-4AD1-AEC1-69ABE7575007}" type="presParOf" srcId="{FEE4FCF4-E930-4AF0-8186-3875AC5ABD22}" destId="{52767631-E7B5-41DB-8917-86AD1687770F}" srcOrd="2" destOrd="0" presId="urn:microsoft.com/office/officeart/2018/5/layout/IconCircleLabelList"/>
    <dgm:cxn modelId="{D3A2D684-483D-4010-84CF-FE9A9A1F4058}" type="presParOf" srcId="{FEE4FCF4-E930-4AF0-8186-3875AC5ABD22}" destId="{733E3896-C91A-4DD1-9FEF-0D02FD1935E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7C7FFD3-D51F-4C13-B936-85D03D5AC5A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4684161-A1F7-4C3A-AA3E-73F3613A5982}">
      <dgm:prSet/>
      <dgm:spPr/>
      <dgm:t>
        <a:bodyPr/>
        <a:lstStyle/>
        <a:p>
          <a:r>
            <a:rPr lang="en-US"/>
            <a:t>Install operator</a:t>
          </a:r>
        </a:p>
      </dgm:t>
    </dgm:pt>
    <dgm:pt modelId="{8F7A5134-2820-4794-AC30-982EEE71B632}" type="parTrans" cxnId="{9A1ED17B-2029-474D-8E84-5C5753A5D1BE}">
      <dgm:prSet/>
      <dgm:spPr/>
      <dgm:t>
        <a:bodyPr/>
        <a:lstStyle/>
        <a:p>
          <a:endParaRPr lang="en-US"/>
        </a:p>
      </dgm:t>
    </dgm:pt>
    <dgm:pt modelId="{3EF296CE-ED05-405F-B50A-3DBD74741953}" type="sibTrans" cxnId="{9A1ED17B-2029-474D-8E84-5C5753A5D1BE}">
      <dgm:prSet/>
      <dgm:spPr/>
      <dgm:t>
        <a:bodyPr/>
        <a:lstStyle/>
        <a:p>
          <a:endParaRPr lang="en-US"/>
        </a:p>
      </dgm:t>
    </dgm:pt>
    <dgm:pt modelId="{B892CBD9-3685-43B8-BCEA-81396C1D88DC}">
      <dgm:prSet/>
      <dgm:spPr/>
      <dgm:t>
        <a:bodyPr/>
        <a:lstStyle/>
        <a:p>
          <a:r>
            <a:rPr lang="en-US"/>
            <a:t>Verify CSV</a:t>
          </a:r>
        </a:p>
      </dgm:t>
    </dgm:pt>
    <dgm:pt modelId="{416A6F15-F547-43D3-AD09-D578595CB1B8}" type="parTrans" cxnId="{50C9C801-5B96-4EBA-A952-AD78145DED62}">
      <dgm:prSet/>
      <dgm:spPr/>
      <dgm:t>
        <a:bodyPr/>
        <a:lstStyle/>
        <a:p>
          <a:endParaRPr lang="en-US"/>
        </a:p>
      </dgm:t>
    </dgm:pt>
    <dgm:pt modelId="{57B6D0ED-E669-4EF3-9F6D-618F7C4AB9D1}" type="sibTrans" cxnId="{50C9C801-5B96-4EBA-A952-AD78145DED62}">
      <dgm:prSet/>
      <dgm:spPr/>
      <dgm:t>
        <a:bodyPr/>
        <a:lstStyle/>
        <a:p>
          <a:endParaRPr lang="en-US"/>
        </a:p>
      </dgm:t>
    </dgm:pt>
    <dgm:pt modelId="{CE60636E-00A0-48B9-BADB-4F618B13271C}">
      <dgm:prSet/>
      <dgm:spPr/>
      <dgm:t>
        <a:bodyPr/>
        <a:lstStyle/>
        <a:p>
          <a:r>
            <a:rPr lang="en-US"/>
            <a:t>Assign SCC</a:t>
          </a:r>
        </a:p>
      </dgm:t>
    </dgm:pt>
    <dgm:pt modelId="{7FD697F9-CC5B-4610-B6DE-849935A9C9AD}" type="parTrans" cxnId="{B263FF6C-6F94-40EC-893D-391719F63F30}">
      <dgm:prSet/>
      <dgm:spPr/>
      <dgm:t>
        <a:bodyPr/>
        <a:lstStyle/>
        <a:p>
          <a:endParaRPr lang="en-US"/>
        </a:p>
      </dgm:t>
    </dgm:pt>
    <dgm:pt modelId="{8B1FBDC3-7B4B-4C5E-A75C-14761230A225}" type="sibTrans" cxnId="{B263FF6C-6F94-40EC-893D-391719F63F30}">
      <dgm:prSet/>
      <dgm:spPr/>
      <dgm:t>
        <a:bodyPr/>
        <a:lstStyle/>
        <a:p>
          <a:endParaRPr lang="en-US"/>
        </a:p>
      </dgm:t>
    </dgm:pt>
    <dgm:pt modelId="{89762B8A-F12F-4A95-9F09-3456CF41D6BD}">
      <dgm:prSet/>
      <dgm:spPr/>
      <dgm:t>
        <a:bodyPr/>
        <a:lstStyle/>
        <a:p>
          <a:r>
            <a:rPr lang="en-US"/>
            <a:t>Create CronJob</a:t>
          </a:r>
        </a:p>
      </dgm:t>
    </dgm:pt>
    <dgm:pt modelId="{2E11D64E-2026-441B-8BB0-F2D1111804A5}" type="parTrans" cxnId="{BA736BEA-7EC8-4045-815B-3C9CC7CE7204}">
      <dgm:prSet/>
      <dgm:spPr/>
      <dgm:t>
        <a:bodyPr/>
        <a:lstStyle/>
        <a:p>
          <a:endParaRPr lang="en-US"/>
        </a:p>
      </dgm:t>
    </dgm:pt>
    <dgm:pt modelId="{5BBEC117-AF2B-4A87-B80D-D08324D5A211}" type="sibTrans" cxnId="{BA736BEA-7EC8-4045-815B-3C9CC7CE7204}">
      <dgm:prSet/>
      <dgm:spPr/>
      <dgm:t>
        <a:bodyPr/>
        <a:lstStyle/>
        <a:p>
          <a:endParaRPr lang="en-US"/>
        </a:p>
      </dgm:t>
    </dgm:pt>
    <dgm:pt modelId="{0E6FED0F-6AB3-45C1-BAD7-CF431025140F}">
      <dgm:prSet/>
      <dgm:spPr/>
      <dgm:t>
        <a:bodyPr/>
        <a:lstStyle/>
        <a:p>
          <a:r>
            <a:rPr lang="en-US"/>
            <a:t>Check version</a:t>
          </a:r>
        </a:p>
      </dgm:t>
    </dgm:pt>
    <dgm:pt modelId="{BC319661-6946-4546-B989-C68472DC0E21}" type="parTrans" cxnId="{9DD8960A-2214-4B5E-BE23-C496DBC6351A}">
      <dgm:prSet/>
      <dgm:spPr/>
      <dgm:t>
        <a:bodyPr/>
        <a:lstStyle/>
        <a:p>
          <a:endParaRPr lang="en-US"/>
        </a:p>
      </dgm:t>
    </dgm:pt>
    <dgm:pt modelId="{4861A044-0BDC-4E6A-AE7B-2396EB1DB825}" type="sibTrans" cxnId="{9DD8960A-2214-4B5E-BE23-C496DBC6351A}">
      <dgm:prSet/>
      <dgm:spPr/>
      <dgm:t>
        <a:bodyPr/>
        <a:lstStyle/>
        <a:p>
          <a:endParaRPr lang="en-US"/>
        </a:p>
      </dgm:t>
    </dgm:pt>
    <dgm:pt modelId="{FBD57E6A-FFFE-40E9-A030-87D757CF18FE}" type="pres">
      <dgm:prSet presAssocID="{07C7FFD3-D51F-4C13-B936-85D03D5AC5AE}" presName="Name0" presStyleCnt="0">
        <dgm:presLayoutVars>
          <dgm:dir/>
          <dgm:resizeHandles val="exact"/>
        </dgm:presLayoutVars>
      </dgm:prSet>
      <dgm:spPr/>
    </dgm:pt>
    <dgm:pt modelId="{4DF3B213-0F83-41C7-BE19-11377643734C}" type="pres">
      <dgm:prSet presAssocID="{E4684161-A1F7-4C3A-AA3E-73F3613A5982}" presName="node" presStyleLbl="node1" presStyleIdx="0" presStyleCnt="5">
        <dgm:presLayoutVars>
          <dgm:bulletEnabled val="1"/>
        </dgm:presLayoutVars>
      </dgm:prSet>
      <dgm:spPr/>
    </dgm:pt>
    <dgm:pt modelId="{F0E54C5B-190E-4685-8126-0010230121CE}" type="pres">
      <dgm:prSet presAssocID="{3EF296CE-ED05-405F-B50A-3DBD74741953}" presName="sibTrans" presStyleLbl="sibTrans1D1" presStyleIdx="0" presStyleCnt="4"/>
      <dgm:spPr/>
    </dgm:pt>
    <dgm:pt modelId="{D86699EB-BCF4-4B1F-BA2C-EB75AD0E7A28}" type="pres">
      <dgm:prSet presAssocID="{3EF296CE-ED05-405F-B50A-3DBD74741953}" presName="connectorText" presStyleLbl="sibTrans1D1" presStyleIdx="0" presStyleCnt="4"/>
      <dgm:spPr/>
    </dgm:pt>
    <dgm:pt modelId="{84CFE243-8C78-4ECF-B9BB-1BD62AA0FC2F}" type="pres">
      <dgm:prSet presAssocID="{B892CBD9-3685-43B8-BCEA-81396C1D88DC}" presName="node" presStyleLbl="node1" presStyleIdx="1" presStyleCnt="5">
        <dgm:presLayoutVars>
          <dgm:bulletEnabled val="1"/>
        </dgm:presLayoutVars>
      </dgm:prSet>
      <dgm:spPr/>
    </dgm:pt>
    <dgm:pt modelId="{A5969FFE-7469-4A3E-8FA4-788B8112A6ED}" type="pres">
      <dgm:prSet presAssocID="{57B6D0ED-E669-4EF3-9F6D-618F7C4AB9D1}" presName="sibTrans" presStyleLbl="sibTrans1D1" presStyleIdx="1" presStyleCnt="4"/>
      <dgm:spPr/>
    </dgm:pt>
    <dgm:pt modelId="{5BB94800-D8C8-4E3D-A38E-189E610D86EF}" type="pres">
      <dgm:prSet presAssocID="{57B6D0ED-E669-4EF3-9F6D-618F7C4AB9D1}" presName="connectorText" presStyleLbl="sibTrans1D1" presStyleIdx="1" presStyleCnt="4"/>
      <dgm:spPr/>
    </dgm:pt>
    <dgm:pt modelId="{99FF0042-6AE7-455A-8C30-A79C001F7D06}" type="pres">
      <dgm:prSet presAssocID="{CE60636E-00A0-48B9-BADB-4F618B13271C}" presName="node" presStyleLbl="node1" presStyleIdx="2" presStyleCnt="5">
        <dgm:presLayoutVars>
          <dgm:bulletEnabled val="1"/>
        </dgm:presLayoutVars>
      </dgm:prSet>
      <dgm:spPr/>
    </dgm:pt>
    <dgm:pt modelId="{2740B0AE-7381-4159-9644-9B989DDF7F60}" type="pres">
      <dgm:prSet presAssocID="{8B1FBDC3-7B4B-4C5E-A75C-14761230A225}" presName="sibTrans" presStyleLbl="sibTrans1D1" presStyleIdx="2" presStyleCnt="4"/>
      <dgm:spPr/>
    </dgm:pt>
    <dgm:pt modelId="{470A10BB-1770-46F0-8393-5BBABC3B191E}" type="pres">
      <dgm:prSet presAssocID="{8B1FBDC3-7B4B-4C5E-A75C-14761230A225}" presName="connectorText" presStyleLbl="sibTrans1D1" presStyleIdx="2" presStyleCnt="4"/>
      <dgm:spPr/>
    </dgm:pt>
    <dgm:pt modelId="{3D886A70-F4BF-48B3-83B3-9C9458BE08C7}" type="pres">
      <dgm:prSet presAssocID="{89762B8A-F12F-4A95-9F09-3456CF41D6BD}" presName="node" presStyleLbl="node1" presStyleIdx="3" presStyleCnt="5">
        <dgm:presLayoutVars>
          <dgm:bulletEnabled val="1"/>
        </dgm:presLayoutVars>
      </dgm:prSet>
      <dgm:spPr/>
    </dgm:pt>
    <dgm:pt modelId="{66EAF289-CCBC-4727-A607-7000436DB0C6}" type="pres">
      <dgm:prSet presAssocID="{5BBEC117-AF2B-4A87-B80D-D08324D5A211}" presName="sibTrans" presStyleLbl="sibTrans1D1" presStyleIdx="3" presStyleCnt="4"/>
      <dgm:spPr/>
    </dgm:pt>
    <dgm:pt modelId="{FFFA1457-5EAD-4ABF-BD6B-205224C91A60}" type="pres">
      <dgm:prSet presAssocID="{5BBEC117-AF2B-4A87-B80D-D08324D5A211}" presName="connectorText" presStyleLbl="sibTrans1D1" presStyleIdx="3" presStyleCnt="4"/>
      <dgm:spPr/>
    </dgm:pt>
    <dgm:pt modelId="{F6425A37-AFF8-4BC3-9BCE-63AE7F290CD3}" type="pres">
      <dgm:prSet presAssocID="{0E6FED0F-6AB3-45C1-BAD7-CF431025140F}" presName="node" presStyleLbl="node1" presStyleIdx="4" presStyleCnt="5">
        <dgm:presLayoutVars>
          <dgm:bulletEnabled val="1"/>
        </dgm:presLayoutVars>
      </dgm:prSet>
      <dgm:spPr/>
    </dgm:pt>
  </dgm:ptLst>
  <dgm:cxnLst>
    <dgm:cxn modelId="{50C9C801-5B96-4EBA-A952-AD78145DED62}" srcId="{07C7FFD3-D51F-4C13-B936-85D03D5AC5AE}" destId="{B892CBD9-3685-43B8-BCEA-81396C1D88DC}" srcOrd="1" destOrd="0" parTransId="{416A6F15-F547-43D3-AD09-D578595CB1B8}" sibTransId="{57B6D0ED-E669-4EF3-9F6D-618F7C4AB9D1}"/>
    <dgm:cxn modelId="{81544307-46E0-4459-8D0C-A5013FF3C27D}" type="presOf" srcId="{0E6FED0F-6AB3-45C1-BAD7-CF431025140F}" destId="{F6425A37-AFF8-4BC3-9BCE-63AE7F290CD3}" srcOrd="0" destOrd="0" presId="urn:microsoft.com/office/officeart/2016/7/layout/RepeatingBendingProcessNew"/>
    <dgm:cxn modelId="{9DD8960A-2214-4B5E-BE23-C496DBC6351A}" srcId="{07C7FFD3-D51F-4C13-B936-85D03D5AC5AE}" destId="{0E6FED0F-6AB3-45C1-BAD7-CF431025140F}" srcOrd="4" destOrd="0" parTransId="{BC319661-6946-4546-B989-C68472DC0E21}" sibTransId="{4861A044-0BDC-4E6A-AE7B-2396EB1DB825}"/>
    <dgm:cxn modelId="{FFC51923-9E49-4975-A884-91FECCC47A17}" type="presOf" srcId="{8B1FBDC3-7B4B-4C5E-A75C-14761230A225}" destId="{470A10BB-1770-46F0-8393-5BBABC3B191E}" srcOrd="1" destOrd="0" presId="urn:microsoft.com/office/officeart/2016/7/layout/RepeatingBendingProcessNew"/>
    <dgm:cxn modelId="{F5C5C82F-210D-400A-A837-72030B97A887}" type="presOf" srcId="{57B6D0ED-E669-4EF3-9F6D-618F7C4AB9D1}" destId="{5BB94800-D8C8-4E3D-A38E-189E610D86EF}" srcOrd="1" destOrd="0" presId="urn:microsoft.com/office/officeart/2016/7/layout/RepeatingBendingProcessNew"/>
    <dgm:cxn modelId="{33514968-49FB-44D2-9C2C-916DB474D60E}" type="presOf" srcId="{57B6D0ED-E669-4EF3-9F6D-618F7C4AB9D1}" destId="{A5969FFE-7469-4A3E-8FA4-788B8112A6ED}" srcOrd="0" destOrd="0" presId="urn:microsoft.com/office/officeart/2016/7/layout/RepeatingBendingProcessNew"/>
    <dgm:cxn modelId="{B263FF6C-6F94-40EC-893D-391719F63F30}" srcId="{07C7FFD3-D51F-4C13-B936-85D03D5AC5AE}" destId="{CE60636E-00A0-48B9-BADB-4F618B13271C}" srcOrd="2" destOrd="0" parTransId="{7FD697F9-CC5B-4610-B6DE-849935A9C9AD}" sibTransId="{8B1FBDC3-7B4B-4C5E-A75C-14761230A225}"/>
    <dgm:cxn modelId="{9A1ED17B-2029-474D-8E84-5C5753A5D1BE}" srcId="{07C7FFD3-D51F-4C13-B936-85D03D5AC5AE}" destId="{E4684161-A1F7-4C3A-AA3E-73F3613A5982}" srcOrd="0" destOrd="0" parTransId="{8F7A5134-2820-4794-AC30-982EEE71B632}" sibTransId="{3EF296CE-ED05-405F-B50A-3DBD74741953}"/>
    <dgm:cxn modelId="{49C9AE7F-E564-4B18-AA1E-2374C684700F}" type="presOf" srcId="{89762B8A-F12F-4A95-9F09-3456CF41D6BD}" destId="{3D886A70-F4BF-48B3-83B3-9C9458BE08C7}" srcOrd="0" destOrd="0" presId="urn:microsoft.com/office/officeart/2016/7/layout/RepeatingBendingProcessNew"/>
    <dgm:cxn modelId="{93A108BA-43D8-48AB-B9D3-3503CABB99B1}" type="presOf" srcId="{07C7FFD3-D51F-4C13-B936-85D03D5AC5AE}" destId="{FBD57E6A-FFFE-40E9-A030-87D757CF18FE}" srcOrd="0" destOrd="0" presId="urn:microsoft.com/office/officeart/2016/7/layout/RepeatingBendingProcessNew"/>
    <dgm:cxn modelId="{EE743BC6-DCA3-45F5-B0DD-BDC15533FADC}" type="presOf" srcId="{CE60636E-00A0-48B9-BADB-4F618B13271C}" destId="{99FF0042-6AE7-455A-8C30-A79C001F7D06}" srcOrd="0" destOrd="0" presId="urn:microsoft.com/office/officeart/2016/7/layout/RepeatingBendingProcessNew"/>
    <dgm:cxn modelId="{51C08AC8-A26B-4CA1-816C-49B9297F0370}" type="presOf" srcId="{5BBEC117-AF2B-4A87-B80D-D08324D5A211}" destId="{66EAF289-CCBC-4727-A607-7000436DB0C6}" srcOrd="0" destOrd="0" presId="urn:microsoft.com/office/officeart/2016/7/layout/RepeatingBendingProcessNew"/>
    <dgm:cxn modelId="{3EF096CF-7FC9-4AFA-A968-B77DDB74D985}" type="presOf" srcId="{E4684161-A1F7-4C3A-AA3E-73F3613A5982}" destId="{4DF3B213-0F83-41C7-BE19-11377643734C}" srcOrd="0" destOrd="0" presId="urn:microsoft.com/office/officeart/2016/7/layout/RepeatingBendingProcessNew"/>
    <dgm:cxn modelId="{12FFCCD2-C14A-4D9E-B47B-7961A5B381D9}" type="presOf" srcId="{5BBEC117-AF2B-4A87-B80D-D08324D5A211}" destId="{FFFA1457-5EAD-4ABF-BD6B-205224C91A60}" srcOrd="1" destOrd="0" presId="urn:microsoft.com/office/officeart/2016/7/layout/RepeatingBendingProcessNew"/>
    <dgm:cxn modelId="{389E65E2-C6FD-4622-AE5E-919141ED31C4}" type="presOf" srcId="{3EF296CE-ED05-405F-B50A-3DBD74741953}" destId="{F0E54C5B-190E-4685-8126-0010230121CE}" srcOrd="0" destOrd="0" presId="urn:microsoft.com/office/officeart/2016/7/layout/RepeatingBendingProcessNew"/>
    <dgm:cxn modelId="{BA736BEA-7EC8-4045-815B-3C9CC7CE7204}" srcId="{07C7FFD3-D51F-4C13-B936-85D03D5AC5AE}" destId="{89762B8A-F12F-4A95-9F09-3456CF41D6BD}" srcOrd="3" destOrd="0" parTransId="{2E11D64E-2026-441B-8BB0-F2D1111804A5}" sibTransId="{5BBEC117-AF2B-4A87-B80D-D08324D5A211}"/>
    <dgm:cxn modelId="{B1D4F1EB-B563-4954-AE82-1DEBBADF570E}" type="presOf" srcId="{B892CBD9-3685-43B8-BCEA-81396C1D88DC}" destId="{84CFE243-8C78-4ECF-B9BB-1BD62AA0FC2F}" srcOrd="0" destOrd="0" presId="urn:microsoft.com/office/officeart/2016/7/layout/RepeatingBendingProcessNew"/>
    <dgm:cxn modelId="{3630CAEC-6CDE-4974-B1C7-EB6118BD6066}" type="presOf" srcId="{8B1FBDC3-7B4B-4C5E-A75C-14761230A225}" destId="{2740B0AE-7381-4159-9644-9B989DDF7F60}" srcOrd="0" destOrd="0" presId="urn:microsoft.com/office/officeart/2016/7/layout/RepeatingBendingProcessNew"/>
    <dgm:cxn modelId="{7987C3FC-FE9E-4532-BEBF-68824A86D856}" type="presOf" srcId="{3EF296CE-ED05-405F-B50A-3DBD74741953}" destId="{D86699EB-BCF4-4B1F-BA2C-EB75AD0E7A28}" srcOrd="1" destOrd="0" presId="urn:microsoft.com/office/officeart/2016/7/layout/RepeatingBendingProcessNew"/>
    <dgm:cxn modelId="{342DE0A8-A5AD-413D-A898-E5A6370AEF3C}" type="presParOf" srcId="{FBD57E6A-FFFE-40E9-A030-87D757CF18FE}" destId="{4DF3B213-0F83-41C7-BE19-11377643734C}" srcOrd="0" destOrd="0" presId="urn:microsoft.com/office/officeart/2016/7/layout/RepeatingBendingProcessNew"/>
    <dgm:cxn modelId="{FCCB5C8B-5F92-4C15-BD6A-1B4F49A1B078}" type="presParOf" srcId="{FBD57E6A-FFFE-40E9-A030-87D757CF18FE}" destId="{F0E54C5B-190E-4685-8126-0010230121CE}" srcOrd="1" destOrd="0" presId="urn:microsoft.com/office/officeart/2016/7/layout/RepeatingBendingProcessNew"/>
    <dgm:cxn modelId="{F29E02E7-B418-4AB9-8829-F6CFA3F64F47}" type="presParOf" srcId="{F0E54C5B-190E-4685-8126-0010230121CE}" destId="{D86699EB-BCF4-4B1F-BA2C-EB75AD0E7A28}" srcOrd="0" destOrd="0" presId="urn:microsoft.com/office/officeart/2016/7/layout/RepeatingBendingProcessNew"/>
    <dgm:cxn modelId="{6A68BC2D-5930-4021-9C49-45023B255CDD}" type="presParOf" srcId="{FBD57E6A-FFFE-40E9-A030-87D757CF18FE}" destId="{84CFE243-8C78-4ECF-B9BB-1BD62AA0FC2F}" srcOrd="2" destOrd="0" presId="urn:microsoft.com/office/officeart/2016/7/layout/RepeatingBendingProcessNew"/>
    <dgm:cxn modelId="{AE84D1B3-51DA-4231-9F25-65EE1C39C1C7}" type="presParOf" srcId="{FBD57E6A-FFFE-40E9-A030-87D757CF18FE}" destId="{A5969FFE-7469-4A3E-8FA4-788B8112A6ED}" srcOrd="3" destOrd="0" presId="urn:microsoft.com/office/officeart/2016/7/layout/RepeatingBendingProcessNew"/>
    <dgm:cxn modelId="{A55A9704-10A9-498D-BE78-1DFA27B9355C}" type="presParOf" srcId="{A5969FFE-7469-4A3E-8FA4-788B8112A6ED}" destId="{5BB94800-D8C8-4E3D-A38E-189E610D86EF}" srcOrd="0" destOrd="0" presId="urn:microsoft.com/office/officeart/2016/7/layout/RepeatingBendingProcessNew"/>
    <dgm:cxn modelId="{00A6A22F-051B-434C-995F-0FB96475D8C2}" type="presParOf" srcId="{FBD57E6A-FFFE-40E9-A030-87D757CF18FE}" destId="{99FF0042-6AE7-455A-8C30-A79C001F7D06}" srcOrd="4" destOrd="0" presId="urn:microsoft.com/office/officeart/2016/7/layout/RepeatingBendingProcessNew"/>
    <dgm:cxn modelId="{9174F69C-5640-44EA-990C-FEF59F8BC5F7}" type="presParOf" srcId="{FBD57E6A-FFFE-40E9-A030-87D757CF18FE}" destId="{2740B0AE-7381-4159-9644-9B989DDF7F60}" srcOrd="5" destOrd="0" presId="urn:microsoft.com/office/officeart/2016/7/layout/RepeatingBendingProcessNew"/>
    <dgm:cxn modelId="{177EA345-6FD0-42CE-9534-C2CA44208B24}" type="presParOf" srcId="{2740B0AE-7381-4159-9644-9B989DDF7F60}" destId="{470A10BB-1770-46F0-8393-5BBABC3B191E}" srcOrd="0" destOrd="0" presId="urn:microsoft.com/office/officeart/2016/7/layout/RepeatingBendingProcessNew"/>
    <dgm:cxn modelId="{F3B205CD-58DC-4C09-BC73-DADEBE679D6C}" type="presParOf" srcId="{FBD57E6A-FFFE-40E9-A030-87D757CF18FE}" destId="{3D886A70-F4BF-48B3-83B3-9C9458BE08C7}" srcOrd="6" destOrd="0" presId="urn:microsoft.com/office/officeart/2016/7/layout/RepeatingBendingProcessNew"/>
    <dgm:cxn modelId="{B34D7AA0-B4E5-4F84-9467-747E9E2C9C58}" type="presParOf" srcId="{FBD57E6A-FFFE-40E9-A030-87D757CF18FE}" destId="{66EAF289-CCBC-4727-A607-7000436DB0C6}" srcOrd="7" destOrd="0" presId="urn:microsoft.com/office/officeart/2016/7/layout/RepeatingBendingProcessNew"/>
    <dgm:cxn modelId="{B6B3138D-CEB4-46BB-B2ED-8A617B044709}" type="presParOf" srcId="{66EAF289-CCBC-4727-A607-7000436DB0C6}" destId="{FFFA1457-5EAD-4ABF-BD6B-205224C91A60}" srcOrd="0" destOrd="0" presId="urn:microsoft.com/office/officeart/2016/7/layout/RepeatingBendingProcessNew"/>
    <dgm:cxn modelId="{A8C01D35-0ADE-4C86-977E-6D1EF8EBA137}" type="presParOf" srcId="{FBD57E6A-FFFE-40E9-A030-87D757CF18FE}" destId="{F6425A37-AFF8-4BC3-9BCE-63AE7F290CD3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32D70C-1D35-4425-A1E3-54BF797889B6}">
      <dsp:nvSpPr>
        <dsp:cNvPr id="0" name=""/>
        <dsp:cNvSpPr/>
      </dsp:nvSpPr>
      <dsp:spPr>
        <a:xfrm>
          <a:off x="0" y="36299"/>
          <a:ext cx="4869656" cy="1193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Kubernetes Operators &amp; OLM</a:t>
          </a:r>
        </a:p>
      </dsp:txBody>
      <dsp:txXfrm>
        <a:off x="58257" y="94556"/>
        <a:ext cx="4753142" cy="1076886"/>
      </dsp:txXfrm>
    </dsp:sp>
    <dsp:sp modelId="{88D6D0D2-4800-4441-A388-5AD0438F2339}">
      <dsp:nvSpPr>
        <dsp:cNvPr id="0" name=""/>
        <dsp:cNvSpPr/>
      </dsp:nvSpPr>
      <dsp:spPr>
        <a:xfrm>
          <a:off x="0" y="1316099"/>
          <a:ext cx="4869656" cy="1193400"/>
        </a:xfrm>
        <a:prstGeom prst="roundRect">
          <a:avLst/>
        </a:prstGeom>
        <a:solidFill>
          <a:schemeClr val="accent5">
            <a:hueOff val="-1238541"/>
            <a:satOff val="1219"/>
            <a:lumOff val="274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Application Security</a:t>
          </a:r>
        </a:p>
      </dsp:txBody>
      <dsp:txXfrm>
        <a:off x="58257" y="1374356"/>
        <a:ext cx="4753142" cy="1076886"/>
      </dsp:txXfrm>
    </dsp:sp>
    <dsp:sp modelId="{E215ECCF-FAD6-4135-83B6-3C4FE64CAE29}">
      <dsp:nvSpPr>
        <dsp:cNvPr id="0" name=""/>
        <dsp:cNvSpPr/>
      </dsp:nvSpPr>
      <dsp:spPr>
        <a:xfrm>
          <a:off x="0" y="2595899"/>
          <a:ext cx="4869656" cy="1193400"/>
        </a:xfrm>
        <a:prstGeom prst="roundRect">
          <a:avLst/>
        </a:prstGeom>
        <a:solidFill>
          <a:schemeClr val="accent5">
            <a:hueOff val="-2477081"/>
            <a:satOff val="2439"/>
            <a:lumOff val="549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CronJobs</a:t>
          </a:r>
        </a:p>
      </dsp:txBody>
      <dsp:txXfrm>
        <a:off x="58257" y="2654156"/>
        <a:ext cx="4753142" cy="1076886"/>
      </dsp:txXfrm>
    </dsp:sp>
    <dsp:sp modelId="{D792C80E-F384-44A2-B38C-69E9005EBD9C}">
      <dsp:nvSpPr>
        <dsp:cNvPr id="0" name=""/>
        <dsp:cNvSpPr/>
      </dsp:nvSpPr>
      <dsp:spPr>
        <a:xfrm>
          <a:off x="0" y="3875700"/>
          <a:ext cx="4869656" cy="1193400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OpenShift Updates</a:t>
          </a:r>
        </a:p>
      </dsp:txBody>
      <dsp:txXfrm>
        <a:off x="58257" y="3933957"/>
        <a:ext cx="4753142" cy="10768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5D3409-C1F2-4744-B513-6F3FE922D9EC}">
      <dsp:nvSpPr>
        <dsp:cNvPr id="0" name=""/>
        <dsp:cNvSpPr/>
      </dsp:nvSpPr>
      <dsp:spPr>
        <a:xfrm>
          <a:off x="0" y="52837"/>
          <a:ext cx="4869656" cy="64759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Operators &amp; OLM</a:t>
          </a:r>
        </a:p>
      </dsp:txBody>
      <dsp:txXfrm>
        <a:off x="31613" y="84450"/>
        <a:ext cx="4806430" cy="584369"/>
      </dsp:txXfrm>
    </dsp:sp>
    <dsp:sp modelId="{0DF853B2-8803-43B8-8918-F9CBFF54BC28}">
      <dsp:nvSpPr>
        <dsp:cNvPr id="0" name=""/>
        <dsp:cNvSpPr/>
      </dsp:nvSpPr>
      <dsp:spPr>
        <a:xfrm>
          <a:off x="0" y="778192"/>
          <a:ext cx="4869656" cy="647595"/>
        </a:xfrm>
        <a:prstGeom prst="roundRect">
          <a:avLst/>
        </a:prstGeom>
        <a:solidFill>
          <a:schemeClr val="accent5">
            <a:hueOff val="-619270"/>
            <a:satOff val="610"/>
            <a:lumOff val="137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Installing Operators</a:t>
          </a:r>
        </a:p>
      </dsp:txBody>
      <dsp:txXfrm>
        <a:off x="31613" y="809805"/>
        <a:ext cx="4806430" cy="584369"/>
      </dsp:txXfrm>
    </dsp:sp>
    <dsp:sp modelId="{414D2C87-FCF8-41F1-8813-5F7FB4CBA1B8}">
      <dsp:nvSpPr>
        <dsp:cNvPr id="0" name=""/>
        <dsp:cNvSpPr/>
      </dsp:nvSpPr>
      <dsp:spPr>
        <a:xfrm>
          <a:off x="0" y="1503547"/>
          <a:ext cx="4869656" cy="647595"/>
        </a:xfrm>
        <a:prstGeom prst="roundRect">
          <a:avLst/>
        </a:prstGeom>
        <a:solidFill>
          <a:schemeClr val="accent5">
            <a:hueOff val="-1238541"/>
            <a:satOff val="1219"/>
            <a:lumOff val="274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Managing Operators</a:t>
          </a:r>
        </a:p>
      </dsp:txBody>
      <dsp:txXfrm>
        <a:off x="31613" y="1535160"/>
        <a:ext cx="4806430" cy="584369"/>
      </dsp:txXfrm>
    </dsp:sp>
    <dsp:sp modelId="{EACB4F64-A941-4C55-B673-058F81B05F83}">
      <dsp:nvSpPr>
        <dsp:cNvPr id="0" name=""/>
        <dsp:cNvSpPr/>
      </dsp:nvSpPr>
      <dsp:spPr>
        <a:xfrm>
          <a:off x="0" y="2228902"/>
          <a:ext cx="4869656" cy="647595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Security (SCC, RBAC)</a:t>
          </a:r>
        </a:p>
      </dsp:txBody>
      <dsp:txXfrm>
        <a:off x="31613" y="2260515"/>
        <a:ext cx="4806430" cy="584369"/>
      </dsp:txXfrm>
    </dsp:sp>
    <dsp:sp modelId="{876ECAF2-F839-429C-9229-0F7CFADB1B7D}">
      <dsp:nvSpPr>
        <dsp:cNvPr id="0" name=""/>
        <dsp:cNvSpPr/>
      </dsp:nvSpPr>
      <dsp:spPr>
        <a:xfrm>
          <a:off x="0" y="2954257"/>
          <a:ext cx="4869656" cy="647595"/>
        </a:xfrm>
        <a:prstGeom prst="roundRect">
          <a:avLst/>
        </a:prstGeom>
        <a:solidFill>
          <a:schemeClr val="accent5">
            <a:hueOff val="-2477081"/>
            <a:satOff val="2439"/>
            <a:lumOff val="549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CronJobs</a:t>
          </a:r>
        </a:p>
      </dsp:txBody>
      <dsp:txXfrm>
        <a:off x="31613" y="2985870"/>
        <a:ext cx="4806430" cy="584369"/>
      </dsp:txXfrm>
    </dsp:sp>
    <dsp:sp modelId="{1DC33E60-C1AD-481B-890B-88853286A5E8}">
      <dsp:nvSpPr>
        <dsp:cNvPr id="0" name=""/>
        <dsp:cNvSpPr/>
      </dsp:nvSpPr>
      <dsp:spPr>
        <a:xfrm>
          <a:off x="0" y="3679612"/>
          <a:ext cx="4869656" cy="647595"/>
        </a:xfrm>
        <a:prstGeom prst="roundRect">
          <a:avLst/>
        </a:prstGeom>
        <a:solidFill>
          <a:schemeClr val="accent5">
            <a:hueOff val="-3096351"/>
            <a:satOff val="3048"/>
            <a:lumOff val="686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OpenShift Updates</a:t>
          </a:r>
        </a:p>
      </dsp:txBody>
      <dsp:txXfrm>
        <a:off x="31613" y="3711225"/>
        <a:ext cx="4806430" cy="584369"/>
      </dsp:txXfrm>
    </dsp:sp>
    <dsp:sp modelId="{89E37B8A-FA7D-469B-B0C5-8D5EDFD31405}">
      <dsp:nvSpPr>
        <dsp:cNvPr id="0" name=""/>
        <dsp:cNvSpPr/>
      </dsp:nvSpPr>
      <dsp:spPr>
        <a:xfrm>
          <a:off x="0" y="4404967"/>
          <a:ext cx="4869656" cy="647595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Hands-on Labs</a:t>
          </a:r>
        </a:p>
      </dsp:txBody>
      <dsp:txXfrm>
        <a:off x="31613" y="4436580"/>
        <a:ext cx="4806430" cy="5843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1B637-7712-417F-96A9-8C2F1C57751A}">
      <dsp:nvSpPr>
        <dsp:cNvPr id="0" name=""/>
        <dsp:cNvSpPr/>
      </dsp:nvSpPr>
      <dsp:spPr>
        <a:xfrm>
          <a:off x="0" y="300900"/>
          <a:ext cx="4869656" cy="14320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Kubernetes-native automation</a:t>
          </a:r>
        </a:p>
      </dsp:txBody>
      <dsp:txXfrm>
        <a:off x="69908" y="370808"/>
        <a:ext cx="4729840" cy="1292264"/>
      </dsp:txXfrm>
    </dsp:sp>
    <dsp:sp modelId="{D3D07660-FF14-49B4-ABF5-59ECE2FD18AD}">
      <dsp:nvSpPr>
        <dsp:cNvPr id="0" name=""/>
        <dsp:cNvSpPr/>
      </dsp:nvSpPr>
      <dsp:spPr>
        <a:xfrm>
          <a:off x="0" y="1836660"/>
          <a:ext cx="4869656" cy="1432080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Extends Kubernetes using CRDs</a:t>
          </a:r>
        </a:p>
      </dsp:txBody>
      <dsp:txXfrm>
        <a:off x="69908" y="1906568"/>
        <a:ext cx="4729840" cy="1292264"/>
      </dsp:txXfrm>
    </dsp:sp>
    <dsp:sp modelId="{EC2AF80A-3B1A-4671-B8A8-730382D72D6A}">
      <dsp:nvSpPr>
        <dsp:cNvPr id="0" name=""/>
        <dsp:cNvSpPr/>
      </dsp:nvSpPr>
      <dsp:spPr>
        <a:xfrm>
          <a:off x="0" y="3372420"/>
          <a:ext cx="4869656" cy="1432080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Automates install, scale, backup, recovery</a:t>
          </a:r>
        </a:p>
      </dsp:txBody>
      <dsp:txXfrm>
        <a:off x="69908" y="3442328"/>
        <a:ext cx="4729840" cy="12922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CB47C1-F99F-4498-8CFB-60F81CC052F4}">
      <dsp:nvSpPr>
        <dsp:cNvPr id="0" name=""/>
        <dsp:cNvSpPr/>
      </dsp:nvSpPr>
      <dsp:spPr>
        <a:xfrm>
          <a:off x="0" y="303861"/>
          <a:ext cx="4869656" cy="14301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Manual setup → errors</a:t>
          </a:r>
        </a:p>
      </dsp:txBody>
      <dsp:txXfrm>
        <a:off x="69812" y="373673"/>
        <a:ext cx="4730032" cy="1290481"/>
      </dsp:txXfrm>
    </dsp:sp>
    <dsp:sp modelId="{68D9D1F6-9878-4B7F-8742-27C95B0C0E86}">
      <dsp:nvSpPr>
        <dsp:cNvPr id="0" name=""/>
        <dsp:cNvSpPr/>
      </dsp:nvSpPr>
      <dsp:spPr>
        <a:xfrm>
          <a:off x="0" y="1837647"/>
          <a:ext cx="4869656" cy="1430105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Operators → automated lifecycle</a:t>
          </a:r>
        </a:p>
      </dsp:txBody>
      <dsp:txXfrm>
        <a:off x="69812" y="1907459"/>
        <a:ext cx="4730032" cy="1290481"/>
      </dsp:txXfrm>
    </dsp:sp>
    <dsp:sp modelId="{6DCB6F86-7A59-4D2F-AB88-10B59EF87EF4}">
      <dsp:nvSpPr>
        <dsp:cNvPr id="0" name=""/>
        <dsp:cNvSpPr/>
      </dsp:nvSpPr>
      <dsp:spPr>
        <a:xfrm>
          <a:off x="0" y="3371432"/>
          <a:ext cx="4869656" cy="1430105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Self-healing and consistent deployment</a:t>
          </a:r>
        </a:p>
      </dsp:txBody>
      <dsp:txXfrm>
        <a:off x="69812" y="3441244"/>
        <a:ext cx="4730032" cy="12904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BE7386-0541-4657-9CE2-A2ACAC7C8FEA}">
      <dsp:nvSpPr>
        <dsp:cNvPr id="0" name=""/>
        <dsp:cNvSpPr/>
      </dsp:nvSpPr>
      <dsp:spPr>
        <a:xfrm>
          <a:off x="0" y="3567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BB0F91-DDC8-40BC-9FF7-87F8D9F45D5B}">
      <dsp:nvSpPr>
        <dsp:cNvPr id="0" name=""/>
        <dsp:cNvSpPr/>
      </dsp:nvSpPr>
      <dsp:spPr>
        <a:xfrm>
          <a:off x="229857" y="174535"/>
          <a:ext cx="417922" cy="4179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2E6CE4-AEA5-424E-8217-21C19CD50CBA}">
      <dsp:nvSpPr>
        <dsp:cNvPr id="0" name=""/>
        <dsp:cNvSpPr/>
      </dsp:nvSpPr>
      <dsp:spPr>
        <a:xfrm>
          <a:off x="877637" y="3567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Manages install, upgrade, permissions</a:t>
          </a:r>
        </a:p>
      </dsp:txBody>
      <dsp:txXfrm>
        <a:off x="877637" y="3567"/>
        <a:ext cx="3800382" cy="759859"/>
      </dsp:txXfrm>
    </dsp:sp>
    <dsp:sp modelId="{37513433-AFE5-4ECE-A9F4-529A457E0348}">
      <dsp:nvSpPr>
        <dsp:cNvPr id="0" name=""/>
        <dsp:cNvSpPr/>
      </dsp:nvSpPr>
      <dsp:spPr>
        <a:xfrm>
          <a:off x="0" y="953391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50AD0F-D202-406E-BB67-C5DA87295D8B}">
      <dsp:nvSpPr>
        <dsp:cNvPr id="0" name=""/>
        <dsp:cNvSpPr/>
      </dsp:nvSpPr>
      <dsp:spPr>
        <a:xfrm>
          <a:off x="229857" y="1124359"/>
          <a:ext cx="417922" cy="4179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975EB-1210-4DD9-98D4-ED29D53EEA42}">
      <dsp:nvSpPr>
        <dsp:cNvPr id="0" name=""/>
        <dsp:cNvSpPr/>
      </dsp:nvSpPr>
      <dsp:spPr>
        <a:xfrm>
          <a:off x="877637" y="953391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Components:</a:t>
          </a:r>
        </a:p>
      </dsp:txBody>
      <dsp:txXfrm>
        <a:off x="877637" y="953391"/>
        <a:ext cx="3800382" cy="759859"/>
      </dsp:txXfrm>
    </dsp:sp>
    <dsp:sp modelId="{742945C9-6D53-4BF6-9330-FF736E6396C3}">
      <dsp:nvSpPr>
        <dsp:cNvPr id="0" name=""/>
        <dsp:cNvSpPr/>
      </dsp:nvSpPr>
      <dsp:spPr>
        <a:xfrm>
          <a:off x="0" y="1903215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6B1415-AA41-4BD1-BF17-1B3D35884365}">
      <dsp:nvSpPr>
        <dsp:cNvPr id="0" name=""/>
        <dsp:cNvSpPr/>
      </dsp:nvSpPr>
      <dsp:spPr>
        <a:xfrm>
          <a:off x="229857" y="2074184"/>
          <a:ext cx="417922" cy="4179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92977-6122-4AFA-8AF3-1C543251D804}">
      <dsp:nvSpPr>
        <dsp:cNvPr id="0" name=""/>
        <dsp:cNvSpPr/>
      </dsp:nvSpPr>
      <dsp:spPr>
        <a:xfrm>
          <a:off x="877637" y="1903215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Subscription</a:t>
          </a:r>
        </a:p>
      </dsp:txBody>
      <dsp:txXfrm>
        <a:off x="877637" y="1903215"/>
        <a:ext cx="3800382" cy="759859"/>
      </dsp:txXfrm>
    </dsp:sp>
    <dsp:sp modelId="{BAC8EB76-D1DC-419E-9E7F-E84F007DB6D7}">
      <dsp:nvSpPr>
        <dsp:cNvPr id="0" name=""/>
        <dsp:cNvSpPr/>
      </dsp:nvSpPr>
      <dsp:spPr>
        <a:xfrm>
          <a:off x="0" y="2853040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C5CE9-6A43-4F0A-A590-1019621698B5}">
      <dsp:nvSpPr>
        <dsp:cNvPr id="0" name=""/>
        <dsp:cNvSpPr/>
      </dsp:nvSpPr>
      <dsp:spPr>
        <a:xfrm>
          <a:off x="229857" y="3024008"/>
          <a:ext cx="417922" cy="4179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241C3-7427-40F5-BB15-773E163CDC35}">
      <dsp:nvSpPr>
        <dsp:cNvPr id="0" name=""/>
        <dsp:cNvSpPr/>
      </dsp:nvSpPr>
      <dsp:spPr>
        <a:xfrm>
          <a:off x="877637" y="2853040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InstallPlan</a:t>
          </a:r>
        </a:p>
      </dsp:txBody>
      <dsp:txXfrm>
        <a:off x="877637" y="2853040"/>
        <a:ext cx="3800382" cy="759859"/>
      </dsp:txXfrm>
    </dsp:sp>
    <dsp:sp modelId="{61DF50F2-1DD6-4EBE-8993-825DDFE0E415}">
      <dsp:nvSpPr>
        <dsp:cNvPr id="0" name=""/>
        <dsp:cNvSpPr/>
      </dsp:nvSpPr>
      <dsp:spPr>
        <a:xfrm>
          <a:off x="0" y="3802864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C3E28-FBE4-487B-8DDC-7F4083799ABF}">
      <dsp:nvSpPr>
        <dsp:cNvPr id="0" name=""/>
        <dsp:cNvSpPr/>
      </dsp:nvSpPr>
      <dsp:spPr>
        <a:xfrm>
          <a:off x="229857" y="3973832"/>
          <a:ext cx="417922" cy="4179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B65198-1ECA-487C-BFAF-4CB8D4A56FE4}">
      <dsp:nvSpPr>
        <dsp:cNvPr id="0" name=""/>
        <dsp:cNvSpPr/>
      </dsp:nvSpPr>
      <dsp:spPr>
        <a:xfrm>
          <a:off x="877637" y="3802864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CSV</a:t>
          </a:r>
        </a:p>
      </dsp:txBody>
      <dsp:txXfrm>
        <a:off x="877637" y="3802864"/>
        <a:ext cx="3800382" cy="7598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5D5750-E600-4250-90C6-95C4252DE3B7}">
      <dsp:nvSpPr>
        <dsp:cNvPr id="0" name=""/>
        <dsp:cNvSpPr/>
      </dsp:nvSpPr>
      <dsp:spPr>
        <a:xfrm>
          <a:off x="677718" y="11606"/>
          <a:ext cx="1200937" cy="1200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CF33A9-AB82-4EBB-8039-D1E3DA6578AB}">
      <dsp:nvSpPr>
        <dsp:cNvPr id="0" name=""/>
        <dsp:cNvSpPr/>
      </dsp:nvSpPr>
      <dsp:spPr>
        <a:xfrm>
          <a:off x="933656" y="26754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DE156-D962-490C-8CF0-BA7395300A2F}">
      <dsp:nvSpPr>
        <dsp:cNvPr id="0" name=""/>
        <dsp:cNvSpPr/>
      </dsp:nvSpPr>
      <dsp:spPr>
        <a:xfrm>
          <a:off x="293812" y="158660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oc get operators -A</a:t>
          </a:r>
        </a:p>
      </dsp:txBody>
      <dsp:txXfrm>
        <a:off x="293812" y="1586606"/>
        <a:ext cx="1968750" cy="720000"/>
      </dsp:txXfrm>
    </dsp:sp>
    <dsp:sp modelId="{9FAA42EA-CDA6-49FB-8622-0FEDF3CFA127}">
      <dsp:nvSpPr>
        <dsp:cNvPr id="0" name=""/>
        <dsp:cNvSpPr/>
      </dsp:nvSpPr>
      <dsp:spPr>
        <a:xfrm>
          <a:off x="2990999" y="11606"/>
          <a:ext cx="1200937" cy="1200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A8078-5396-448F-9B1F-1B7317C18DBE}">
      <dsp:nvSpPr>
        <dsp:cNvPr id="0" name=""/>
        <dsp:cNvSpPr/>
      </dsp:nvSpPr>
      <dsp:spPr>
        <a:xfrm>
          <a:off x="3246937" y="26754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33DCD-7D39-4CC5-B574-9B388F946C1A}">
      <dsp:nvSpPr>
        <dsp:cNvPr id="0" name=""/>
        <dsp:cNvSpPr/>
      </dsp:nvSpPr>
      <dsp:spPr>
        <a:xfrm>
          <a:off x="2607093" y="158660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oc get csv -A</a:t>
          </a:r>
        </a:p>
      </dsp:txBody>
      <dsp:txXfrm>
        <a:off x="2607093" y="1586606"/>
        <a:ext cx="1968750" cy="720000"/>
      </dsp:txXfrm>
    </dsp:sp>
    <dsp:sp modelId="{CBB0E069-4373-4C73-A7C5-122C927BE1C8}">
      <dsp:nvSpPr>
        <dsp:cNvPr id="0" name=""/>
        <dsp:cNvSpPr/>
      </dsp:nvSpPr>
      <dsp:spPr>
        <a:xfrm>
          <a:off x="1834359" y="2798793"/>
          <a:ext cx="1200937" cy="1200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2E865A-3691-4039-91FE-816C054B35DC}">
      <dsp:nvSpPr>
        <dsp:cNvPr id="0" name=""/>
        <dsp:cNvSpPr/>
      </dsp:nvSpPr>
      <dsp:spPr>
        <a:xfrm>
          <a:off x="2090296" y="3054731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E9E32-3543-4755-AE5A-94CBC4287BCA}">
      <dsp:nvSpPr>
        <dsp:cNvPr id="0" name=""/>
        <dsp:cNvSpPr/>
      </dsp:nvSpPr>
      <dsp:spPr>
        <a:xfrm>
          <a:off x="1450453" y="4373793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oc get catalogsource -n openshift-marketplace</a:t>
          </a:r>
        </a:p>
      </dsp:txBody>
      <dsp:txXfrm>
        <a:off x="1450453" y="4373793"/>
        <a:ext cx="1968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553F2E-827C-4DD4-82E4-4A7DFBBF3223}">
      <dsp:nvSpPr>
        <dsp:cNvPr id="0" name=""/>
        <dsp:cNvSpPr/>
      </dsp:nvSpPr>
      <dsp:spPr>
        <a:xfrm>
          <a:off x="0" y="3843104"/>
          <a:ext cx="1217414" cy="12613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82" tIns="206248" rIns="86582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Create</a:t>
          </a:r>
        </a:p>
      </dsp:txBody>
      <dsp:txXfrm>
        <a:off x="0" y="3843104"/>
        <a:ext cx="1217414" cy="1261392"/>
      </dsp:txXfrm>
    </dsp:sp>
    <dsp:sp modelId="{086177E7-CB65-4A95-B83C-411DAFFA0DC0}">
      <dsp:nvSpPr>
        <dsp:cNvPr id="0" name=""/>
        <dsp:cNvSpPr/>
      </dsp:nvSpPr>
      <dsp:spPr>
        <a:xfrm>
          <a:off x="1217414" y="3843104"/>
          <a:ext cx="3652242" cy="126139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085" tIns="304800" rIns="74085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 Subscription</a:t>
          </a:r>
        </a:p>
      </dsp:txBody>
      <dsp:txXfrm>
        <a:off x="1217414" y="3843104"/>
        <a:ext cx="3652242" cy="1261392"/>
      </dsp:txXfrm>
    </dsp:sp>
    <dsp:sp modelId="{D25DAC61-EF8B-471E-AE27-8F5E2C7686D8}">
      <dsp:nvSpPr>
        <dsp:cNvPr id="0" name=""/>
        <dsp:cNvSpPr/>
      </dsp:nvSpPr>
      <dsp:spPr>
        <a:xfrm rot="10800000">
          <a:off x="0" y="1922003"/>
          <a:ext cx="1217414" cy="194002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82" tIns="206248" rIns="86582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Create</a:t>
          </a:r>
        </a:p>
      </dsp:txBody>
      <dsp:txXfrm rot="-10800000">
        <a:off x="0" y="1922003"/>
        <a:ext cx="1217414" cy="1261014"/>
      </dsp:txXfrm>
    </dsp:sp>
    <dsp:sp modelId="{B2196D5F-F463-4FC4-AF64-230F1CD25712}">
      <dsp:nvSpPr>
        <dsp:cNvPr id="0" name=""/>
        <dsp:cNvSpPr/>
      </dsp:nvSpPr>
      <dsp:spPr>
        <a:xfrm>
          <a:off x="1217414" y="1922003"/>
          <a:ext cx="3652242" cy="1261014"/>
        </a:xfrm>
        <a:prstGeom prst="rect">
          <a:avLst/>
        </a:prstGeom>
        <a:solidFill>
          <a:schemeClr val="accent2">
            <a:tint val="40000"/>
            <a:alpha val="90000"/>
            <a:hueOff val="-2262220"/>
            <a:satOff val="12987"/>
            <a:lumOff val="857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2262220"/>
              <a:satOff val="12987"/>
              <a:lumOff val="8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085" tIns="304800" rIns="74085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 OperatorGroup</a:t>
          </a:r>
        </a:p>
      </dsp:txBody>
      <dsp:txXfrm>
        <a:off x="1217414" y="1922003"/>
        <a:ext cx="3652242" cy="1261014"/>
      </dsp:txXfrm>
    </dsp:sp>
    <dsp:sp modelId="{B87870CB-88E5-42D1-B043-8140A35A5954}">
      <dsp:nvSpPr>
        <dsp:cNvPr id="0" name=""/>
        <dsp:cNvSpPr/>
      </dsp:nvSpPr>
      <dsp:spPr>
        <a:xfrm rot="10800000">
          <a:off x="0" y="902"/>
          <a:ext cx="1217414" cy="194002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82" tIns="206248" rIns="86582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Create</a:t>
          </a:r>
        </a:p>
      </dsp:txBody>
      <dsp:txXfrm rot="-10800000">
        <a:off x="0" y="902"/>
        <a:ext cx="1217414" cy="1261014"/>
      </dsp:txXfrm>
    </dsp:sp>
    <dsp:sp modelId="{5665B022-F940-4DA0-B8C9-D58EE1069D8C}">
      <dsp:nvSpPr>
        <dsp:cNvPr id="0" name=""/>
        <dsp:cNvSpPr/>
      </dsp:nvSpPr>
      <dsp:spPr>
        <a:xfrm>
          <a:off x="1217414" y="902"/>
          <a:ext cx="3652242" cy="1261014"/>
        </a:xfrm>
        <a:prstGeom prst="rect">
          <a:avLst/>
        </a:prstGeom>
        <a:solidFill>
          <a:schemeClr val="accent2">
            <a:tint val="40000"/>
            <a:alpha val="90000"/>
            <a:hueOff val="-4524440"/>
            <a:satOff val="25974"/>
            <a:lumOff val="1714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4524440"/>
              <a:satOff val="25974"/>
              <a:lumOff val="17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085" tIns="304800" rIns="74085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 Namespace</a:t>
          </a:r>
        </a:p>
      </dsp:txBody>
      <dsp:txXfrm>
        <a:off x="1217414" y="902"/>
        <a:ext cx="3652242" cy="12610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493D0-E0D6-46B4-9C84-A27222BAFBF6}">
      <dsp:nvSpPr>
        <dsp:cNvPr id="0" name=""/>
        <dsp:cNvSpPr/>
      </dsp:nvSpPr>
      <dsp:spPr>
        <a:xfrm>
          <a:off x="0" y="55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62DEEE-AA5E-428A-89DF-EB433428AAB6}">
      <dsp:nvSpPr>
        <dsp:cNvPr id="0" name=""/>
        <dsp:cNvSpPr/>
      </dsp:nvSpPr>
      <dsp:spPr>
        <a:xfrm>
          <a:off x="394561" y="29403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165DEB-9075-4FA1-B2D1-586EEAEE9C2C}">
      <dsp:nvSpPr>
        <dsp:cNvPr id="0" name=""/>
        <dsp:cNvSpPr/>
      </dsp:nvSpPr>
      <dsp:spPr>
        <a:xfrm>
          <a:off x="1506508" y="55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Upgrade, Monitor, Troubleshoot</a:t>
          </a:r>
        </a:p>
      </dsp:txBody>
      <dsp:txXfrm>
        <a:off x="1506508" y="557"/>
        <a:ext cx="3171511" cy="1304336"/>
      </dsp:txXfrm>
    </dsp:sp>
    <dsp:sp modelId="{4073AC9B-EACE-425B-8002-195F36FCE4A4}">
      <dsp:nvSpPr>
        <dsp:cNvPr id="0" name=""/>
        <dsp:cNvSpPr/>
      </dsp:nvSpPr>
      <dsp:spPr>
        <a:xfrm>
          <a:off x="0" y="163097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311933-553D-48A7-A8A6-C0D0EB7A4B5D}">
      <dsp:nvSpPr>
        <dsp:cNvPr id="0" name=""/>
        <dsp:cNvSpPr/>
      </dsp:nvSpPr>
      <dsp:spPr>
        <a:xfrm>
          <a:off x="394561" y="192445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153A5-61A7-4FA2-8803-24E316A6845B}">
      <dsp:nvSpPr>
        <dsp:cNvPr id="0" name=""/>
        <dsp:cNvSpPr/>
      </dsp:nvSpPr>
      <dsp:spPr>
        <a:xfrm>
          <a:off x="1506508" y="163097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oc get subscription</a:t>
          </a:r>
        </a:p>
      </dsp:txBody>
      <dsp:txXfrm>
        <a:off x="1506508" y="1630977"/>
        <a:ext cx="3171511" cy="1304336"/>
      </dsp:txXfrm>
    </dsp:sp>
    <dsp:sp modelId="{35B01933-B9BA-4A94-BED5-5674D981FFD7}">
      <dsp:nvSpPr>
        <dsp:cNvPr id="0" name=""/>
        <dsp:cNvSpPr/>
      </dsp:nvSpPr>
      <dsp:spPr>
        <a:xfrm>
          <a:off x="0" y="326139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1AEF8C-FF8D-4169-B6B7-E6F6A8C20636}">
      <dsp:nvSpPr>
        <dsp:cNvPr id="0" name=""/>
        <dsp:cNvSpPr/>
      </dsp:nvSpPr>
      <dsp:spPr>
        <a:xfrm>
          <a:off x="394561" y="355487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54CA4-EECC-4B2A-82A6-952C45E689DB}">
      <dsp:nvSpPr>
        <dsp:cNvPr id="0" name=""/>
        <dsp:cNvSpPr/>
      </dsp:nvSpPr>
      <dsp:spPr>
        <a:xfrm>
          <a:off x="1506508" y="326139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oc get installplan</a:t>
          </a:r>
        </a:p>
      </dsp:txBody>
      <dsp:txXfrm>
        <a:off x="1506508" y="3261397"/>
        <a:ext cx="3171511" cy="130433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B239EA-F6E9-4621-BA85-6408C0531E42}">
      <dsp:nvSpPr>
        <dsp:cNvPr id="0" name=""/>
        <dsp:cNvSpPr/>
      </dsp:nvSpPr>
      <dsp:spPr>
        <a:xfrm>
          <a:off x="0" y="3567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EE7DC2-7C2A-42D5-8867-EC21B9192BB6}">
      <dsp:nvSpPr>
        <dsp:cNvPr id="0" name=""/>
        <dsp:cNvSpPr/>
      </dsp:nvSpPr>
      <dsp:spPr>
        <a:xfrm>
          <a:off x="229857" y="174535"/>
          <a:ext cx="417922" cy="4179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D59133-817E-4254-8AE0-ABEDE417341F}">
      <dsp:nvSpPr>
        <dsp:cNvPr id="0" name=""/>
        <dsp:cNvSpPr/>
      </dsp:nvSpPr>
      <dsp:spPr>
        <a:xfrm>
          <a:off x="877637" y="3567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Controls container permissions</a:t>
          </a:r>
        </a:p>
      </dsp:txBody>
      <dsp:txXfrm>
        <a:off x="877637" y="3567"/>
        <a:ext cx="3800382" cy="759859"/>
      </dsp:txXfrm>
    </dsp:sp>
    <dsp:sp modelId="{082930C6-CC46-4DC9-AE6F-795EAFFDEBE8}">
      <dsp:nvSpPr>
        <dsp:cNvPr id="0" name=""/>
        <dsp:cNvSpPr/>
      </dsp:nvSpPr>
      <dsp:spPr>
        <a:xfrm>
          <a:off x="0" y="953391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5D43EA-37BB-4928-9443-50D336D62A54}">
      <dsp:nvSpPr>
        <dsp:cNvPr id="0" name=""/>
        <dsp:cNvSpPr/>
      </dsp:nvSpPr>
      <dsp:spPr>
        <a:xfrm>
          <a:off x="229857" y="1124359"/>
          <a:ext cx="417922" cy="4179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246B6-A3F1-4A04-9A91-3BC29E1F9F9D}">
      <dsp:nvSpPr>
        <dsp:cNvPr id="0" name=""/>
        <dsp:cNvSpPr/>
      </dsp:nvSpPr>
      <dsp:spPr>
        <a:xfrm>
          <a:off x="877637" y="953391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Types:</a:t>
          </a:r>
        </a:p>
      </dsp:txBody>
      <dsp:txXfrm>
        <a:off x="877637" y="953391"/>
        <a:ext cx="3800382" cy="759859"/>
      </dsp:txXfrm>
    </dsp:sp>
    <dsp:sp modelId="{76F24A90-34CE-434F-A8E9-CAAE9FF6BF35}">
      <dsp:nvSpPr>
        <dsp:cNvPr id="0" name=""/>
        <dsp:cNvSpPr/>
      </dsp:nvSpPr>
      <dsp:spPr>
        <a:xfrm>
          <a:off x="0" y="1903215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0801E9-C520-4776-AABE-2646D0A92B6B}">
      <dsp:nvSpPr>
        <dsp:cNvPr id="0" name=""/>
        <dsp:cNvSpPr/>
      </dsp:nvSpPr>
      <dsp:spPr>
        <a:xfrm>
          <a:off x="229857" y="2074184"/>
          <a:ext cx="417922" cy="4179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9F89C6-595C-44F7-A08F-6C43D0D75577}">
      <dsp:nvSpPr>
        <dsp:cNvPr id="0" name=""/>
        <dsp:cNvSpPr/>
      </dsp:nvSpPr>
      <dsp:spPr>
        <a:xfrm>
          <a:off x="877637" y="1903215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restricted</a:t>
          </a:r>
        </a:p>
      </dsp:txBody>
      <dsp:txXfrm>
        <a:off x="877637" y="1903215"/>
        <a:ext cx="3800382" cy="759859"/>
      </dsp:txXfrm>
    </dsp:sp>
    <dsp:sp modelId="{75F23E4D-31F3-4E39-AD90-CC6E2E4BEF19}">
      <dsp:nvSpPr>
        <dsp:cNvPr id="0" name=""/>
        <dsp:cNvSpPr/>
      </dsp:nvSpPr>
      <dsp:spPr>
        <a:xfrm>
          <a:off x="0" y="2853040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B6960E-2DF5-4600-9341-EB80A6C70A92}">
      <dsp:nvSpPr>
        <dsp:cNvPr id="0" name=""/>
        <dsp:cNvSpPr/>
      </dsp:nvSpPr>
      <dsp:spPr>
        <a:xfrm>
          <a:off x="229857" y="3024008"/>
          <a:ext cx="417922" cy="4179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9F545-1798-471B-9981-92A90510D3CD}">
      <dsp:nvSpPr>
        <dsp:cNvPr id="0" name=""/>
        <dsp:cNvSpPr/>
      </dsp:nvSpPr>
      <dsp:spPr>
        <a:xfrm>
          <a:off x="877637" y="2853040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anyuid</a:t>
          </a:r>
        </a:p>
      </dsp:txBody>
      <dsp:txXfrm>
        <a:off x="877637" y="2853040"/>
        <a:ext cx="3800382" cy="759859"/>
      </dsp:txXfrm>
    </dsp:sp>
    <dsp:sp modelId="{C1703DA8-3BB9-499A-A50A-F4A495ACAE22}">
      <dsp:nvSpPr>
        <dsp:cNvPr id="0" name=""/>
        <dsp:cNvSpPr/>
      </dsp:nvSpPr>
      <dsp:spPr>
        <a:xfrm>
          <a:off x="0" y="3802864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6AA33-B295-4B9A-9C9D-58D1696E6D1B}">
      <dsp:nvSpPr>
        <dsp:cNvPr id="0" name=""/>
        <dsp:cNvSpPr/>
      </dsp:nvSpPr>
      <dsp:spPr>
        <a:xfrm>
          <a:off x="229857" y="3973832"/>
          <a:ext cx="417922" cy="4179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39D57-1E81-4809-921B-D9FDC5360DBE}">
      <dsp:nvSpPr>
        <dsp:cNvPr id="0" name=""/>
        <dsp:cNvSpPr/>
      </dsp:nvSpPr>
      <dsp:spPr>
        <a:xfrm>
          <a:off x="877637" y="3802864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privileged</a:t>
          </a:r>
        </a:p>
      </dsp:txBody>
      <dsp:txXfrm>
        <a:off x="877637" y="3802864"/>
        <a:ext cx="3800382" cy="75985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892099-13BA-473D-8190-5715FA93A567}">
      <dsp:nvSpPr>
        <dsp:cNvPr id="0" name=""/>
        <dsp:cNvSpPr/>
      </dsp:nvSpPr>
      <dsp:spPr>
        <a:xfrm>
          <a:off x="476906" y="1315200"/>
          <a:ext cx="1338187" cy="1338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7F2618-CE44-4AC6-AE31-2A51D538D034}">
      <dsp:nvSpPr>
        <dsp:cNvPr id="0" name=""/>
        <dsp:cNvSpPr/>
      </dsp:nvSpPr>
      <dsp:spPr>
        <a:xfrm>
          <a:off x="762093" y="1600387"/>
          <a:ext cx="767812" cy="767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5FAF9-365C-4875-8B7E-D060AFD4F451}">
      <dsp:nvSpPr>
        <dsp:cNvPr id="0" name=""/>
        <dsp:cNvSpPr/>
      </dsp:nvSpPr>
      <dsp:spPr>
        <a:xfrm>
          <a:off x="49124" y="3070200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Managed by Cluster Version Operator</a:t>
          </a:r>
        </a:p>
      </dsp:txBody>
      <dsp:txXfrm>
        <a:off x="49124" y="3070200"/>
        <a:ext cx="2193750" cy="720000"/>
      </dsp:txXfrm>
    </dsp:sp>
    <dsp:sp modelId="{ABB7E28A-319A-4DEB-8A74-F9697D666D6F}">
      <dsp:nvSpPr>
        <dsp:cNvPr id="0" name=""/>
        <dsp:cNvSpPr/>
      </dsp:nvSpPr>
      <dsp:spPr>
        <a:xfrm>
          <a:off x="3054562" y="1315200"/>
          <a:ext cx="1338187" cy="1338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4E557A-7520-4745-8F28-7F8CE16B9DB3}">
      <dsp:nvSpPr>
        <dsp:cNvPr id="0" name=""/>
        <dsp:cNvSpPr/>
      </dsp:nvSpPr>
      <dsp:spPr>
        <a:xfrm>
          <a:off x="3339749" y="1600387"/>
          <a:ext cx="767812" cy="767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E3896-C91A-4DD1-9FEF-0D02FD1935E9}">
      <dsp:nvSpPr>
        <dsp:cNvPr id="0" name=""/>
        <dsp:cNvSpPr/>
      </dsp:nvSpPr>
      <dsp:spPr>
        <a:xfrm>
          <a:off x="2626781" y="3070200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oc get clusterversion</a:t>
          </a:r>
        </a:p>
      </dsp:txBody>
      <dsp:txXfrm>
        <a:off x="2626781" y="3070200"/>
        <a:ext cx="219375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E54C5B-190E-4685-8126-0010230121CE}">
      <dsp:nvSpPr>
        <dsp:cNvPr id="0" name=""/>
        <dsp:cNvSpPr/>
      </dsp:nvSpPr>
      <dsp:spPr>
        <a:xfrm>
          <a:off x="2182007" y="695268"/>
          <a:ext cx="47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1440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05176" y="738478"/>
        <a:ext cx="25102" cy="5020"/>
      </dsp:txXfrm>
    </dsp:sp>
    <dsp:sp modelId="{4DF3B213-0F83-41C7-BE19-11377643734C}">
      <dsp:nvSpPr>
        <dsp:cNvPr id="0" name=""/>
        <dsp:cNvSpPr/>
      </dsp:nvSpPr>
      <dsp:spPr>
        <a:xfrm>
          <a:off x="1022" y="86152"/>
          <a:ext cx="2182785" cy="13096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958" tIns="112272" rIns="106958" bIns="11227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Install operator</a:t>
          </a:r>
        </a:p>
      </dsp:txBody>
      <dsp:txXfrm>
        <a:off x="1022" y="86152"/>
        <a:ext cx="2182785" cy="1309671"/>
      </dsp:txXfrm>
    </dsp:sp>
    <dsp:sp modelId="{A5969FFE-7469-4A3E-8FA4-788B8112A6ED}">
      <dsp:nvSpPr>
        <dsp:cNvPr id="0" name=""/>
        <dsp:cNvSpPr/>
      </dsp:nvSpPr>
      <dsp:spPr>
        <a:xfrm>
          <a:off x="1092415" y="1394023"/>
          <a:ext cx="2684825" cy="471440"/>
        </a:xfrm>
        <a:custGeom>
          <a:avLst/>
          <a:gdLst/>
          <a:ahLst/>
          <a:cxnLst/>
          <a:rect l="0" t="0" r="0" b="0"/>
          <a:pathLst>
            <a:path>
              <a:moveTo>
                <a:pt x="2684825" y="0"/>
              </a:moveTo>
              <a:lnTo>
                <a:pt x="2684825" y="252820"/>
              </a:lnTo>
              <a:lnTo>
                <a:pt x="0" y="252820"/>
              </a:lnTo>
              <a:lnTo>
                <a:pt x="0" y="471440"/>
              </a:lnTo>
            </a:path>
          </a:pathLst>
        </a:custGeom>
        <a:noFill/>
        <a:ln w="9525" cap="rnd" cmpd="sng" algn="ctr">
          <a:solidFill>
            <a:schemeClr val="accent2">
              <a:hueOff val="-1197987"/>
              <a:satOff val="8241"/>
              <a:lumOff val="9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6543" y="1627233"/>
        <a:ext cx="136568" cy="5020"/>
      </dsp:txXfrm>
    </dsp:sp>
    <dsp:sp modelId="{84CFE243-8C78-4ECF-B9BB-1BD62AA0FC2F}">
      <dsp:nvSpPr>
        <dsp:cNvPr id="0" name=""/>
        <dsp:cNvSpPr/>
      </dsp:nvSpPr>
      <dsp:spPr>
        <a:xfrm>
          <a:off x="2685848" y="86152"/>
          <a:ext cx="2182785" cy="1309671"/>
        </a:xfrm>
        <a:prstGeom prst="rect">
          <a:avLst/>
        </a:prstGeom>
        <a:solidFill>
          <a:schemeClr val="accent2">
            <a:hueOff val="-898490"/>
            <a:satOff val="6181"/>
            <a:lumOff val="68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958" tIns="112272" rIns="106958" bIns="11227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Verify CSV</a:t>
          </a:r>
        </a:p>
      </dsp:txBody>
      <dsp:txXfrm>
        <a:off x="2685848" y="86152"/>
        <a:ext cx="2182785" cy="1309671"/>
      </dsp:txXfrm>
    </dsp:sp>
    <dsp:sp modelId="{2740B0AE-7381-4159-9644-9B989DDF7F60}">
      <dsp:nvSpPr>
        <dsp:cNvPr id="0" name=""/>
        <dsp:cNvSpPr/>
      </dsp:nvSpPr>
      <dsp:spPr>
        <a:xfrm>
          <a:off x="2182007" y="2506980"/>
          <a:ext cx="47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1440" y="45720"/>
              </a:lnTo>
            </a:path>
          </a:pathLst>
        </a:custGeom>
        <a:noFill/>
        <a:ln w="9525" cap="rnd" cmpd="sng" algn="ctr">
          <a:solidFill>
            <a:schemeClr val="accent2">
              <a:hueOff val="-2395974"/>
              <a:satOff val="16481"/>
              <a:lumOff val="182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05176" y="2550189"/>
        <a:ext cx="25102" cy="5020"/>
      </dsp:txXfrm>
    </dsp:sp>
    <dsp:sp modelId="{99FF0042-6AE7-455A-8C30-A79C001F7D06}">
      <dsp:nvSpPr>
        <dsp:cNvPr id="0" name=""/>
        <dsp:cNvSpPr/>
      </dsp:nvSpPr>
      <dsp:spPr>
        <a:xfrm>
          <a:off x="1022" y="1897864"/>
          <a:ext cx="2182785" cy="1309671"/>
        </a:xfrm>
        <a:prstGeom prst="rect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958" tIns="112272" rIns="106958" bIns="11227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Assign SCC</a:t>
          </a:r>
        </a:p>
      </dsp:txBody>
      <dsp:txXfrm>
        <a:off x="1022" y="1897864"/>
        <a:ext cx="2182785" cy="1309671"/>
      </dsp:txXfrm>
    </dsp:sp>
    <dsp:sp modelId="{66EAF289-CCBC-4727-A607-7000436DB0C6}">
      <dsp:nvSpPr>
        <dsp:cNvPr id="0" name=""/>
        <dsp:cNvSpPr/>
      </dsp:nvSpPr>
      <dsp:spPr>
        <a:xfrm>
          <a:off x="1092415" y="3205735"/>
          <a:ext cx="2684825" cy="471440"/>
        </a:xfrm>
        <a:custGeom>
          <a:avLst/>
          <a:gdLst/>
          <a:ahLst/>
          <a:cxnLst/>
          <a:rect l="0" t="0" r="0" b="0"/>
          <a:pathLst>
            <a:path>
              <a:moveTo>
                <a:pt x="2684825" y="0"/>
              </a:moveTo>
              <a:lnTo>
                <a:pt x="2684825" y="252820"/>
              </a:lnTo>
              <a:lnTo>
                <a:pt x="0" y="252820"/>
              </a:lnTo>
              <a:lnTo>
                <a:pt x="0" y="471440"/>
              </a:lnTo>
            </a:path>
          </a:pathLst>
        </a:custGeom>
        <a:noFill/>
        <a:ln w="952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6543" y="3438945"/>
        <a:ext cx="136568" cy="5020"/>
      </dsp:txXfrm>
    </dsp:sp>
    <dsp:sp modelId="{3D886A70-F4BF-48B3-83B3-9C9458BE08C7}">
      <dsp:nvSpPr>
        <dsp:cNvPr id="0" name=""/>
        <dsp:cNvSpPr/>
      </dsp:nvSpPr>
      <dsp:spPr>
        <a:xfrm>
          <a:off x="2685848" y="1897864"/>
          <a:ext cx="2182785" cy="1309671"/>
        </a:xfrm>
        <a:prstGeom prst="rect">
          <a:avLst/>
        </a:prstGeom>
        <a:solidFill>
          <a:schemeClr val="accent2">
            <a:hueOff val="-2695471"/>
            <a:satOff val="18542"/>
            <a:lumOff val="205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958" tIns="112272" rIns="106958" bIns="11227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Create CronJob</a:t>
          </a:r>
        </a:p>
      </dsp:txBody>
      <dsp:txXfrm>
        <a:off x="2685848" y="1897864"/>
        <a:ext cx="2182785" cy="1309671"/>
      </dsp:txXfrm>
    </dsp:sp>
    <dsp:sp modelId="{F6425A37-AFF8-4BC3-9BCE-63AE7F290CD3}">
      <dsp:nvSpPr>
        <dsp:cNvPr id="0" name=""/>
        <dsp:cNvSpPr/>
      </dsp:nvSpPr>
      <dsp:spPr>
        <a:xfrm>
          <a:off x="1022" y="3709576"/>
          <a:ext cx="2182785" cy="1309671"/>
        </a:xfrm>
        <a:prstGeom prst="rect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958" tIns="112272" rIns="106958" bIns="11227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Check version</a:t>
          </a:r>
        </a:p>
      </dsp:txBody>
      <dsp:txXfrm>
        <a:off x="1022" y="3709576"/>
        <a:ext cx="2182785" cy="1309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740836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6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2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0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45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01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68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56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96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17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5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93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25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29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63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71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4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5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Day 4: OpenShift Advanced Topics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3484555E-9943-EE90-21ED-F0C0A79BD6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0850695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10A889-5252-964B-E45A-E34771C79E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2088117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What is an Operator?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C582F661-537A-5FFF-5162-8281F2232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4812208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Why Operators?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3CB881-E091-92A1-7013-525518D3EE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722868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84051"/>
            <a:ext cx="2109288" cy="3723836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000000"/>
                </a:solidFill>
              </a:rPr>
              <a:t>Operator Lifecycle Manager (OLM)</a:t>
            </a:r>
          </a:p>
        </p:txBody>
      </p:sp>
      <p:sp useBgFill="1">
        <p:nvSpPr>
          <p:cNvPr id="19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871" y="648931"/>
            <a:ext cx="5161397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EE95436-EA82-E201-CFD6-33B7B8F410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7699786"/>
              </p:ext>
            </p:extLst>
          </p:nvPr>
        </p:nvGraphicFramePr>
        <p:xfrm>
          <a:off x="3705900" y="992181"/>
          <a:ext cx="4678020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34097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1938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3493" y="755904"/>
            <a:ext cx="5783269" cy="3084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OLM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4098" y="4089910"/>
            <a:ext cx="2487526" cy="1712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100"/>
              <a:t>Catalog → Subscription → InstallPlan → CSV → Running Operator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Hands-on: View Operators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818D1E-C317-1FD2-23F1-B39031847A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439497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7698" y="-12875"/>
            <a:ext cx="1953297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70459" y="0"/>
            <a:ext cx="1827609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t>Install Operator (Web Console)</a:t>
            </a:r>
          </a:p>
        </p:txBody>
      </p:sp>
      <p:pic>
        <p:nvPicPr>
          <p:cNvPr id="5" name="Picture 4" descr="Audio sound board">
            <a:extLst>
              <a:ext uri="{FF2B5EF4-FFF2-40B4-BE49-F238E27FC236}">
                <a16:creationId xmlns:a16="http://schemas.microsoft.com/office/drawing/2014/main" id="{4E682816-BFA4-75F8-6A04-CBBC742ED6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463" r="25285" b="-1"/>
          <a:stretch>
            <a:fillRect/>
          </a:stretch>
        </p:blipFill>
        <p:spPr>
          <a:xfrm>
            <a:off x="20" y="10"/>
            <a:ext cx="2594352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900" y="2048933"/>
            <a:ext cx="5744367" cy="3742267"/>
          </a:xfrm>
        </p:spPr>
        <p:txBody>
          <a:bodyPr>
            <a:normAutofit/>
          </a:bodyPr>
          <a:lstStyle/>
          <a:p>
            <a:r>
              <a:t>OperatorHub → Select → Install</a:t>
            </a:r>
          </a:p>
          <a:p>
            <a:r>
              <a:t>Choose namespace</a:t>
            </a:r>
          </a:p>
          <a:p>
            <a:r>
              <a:t>Approve installation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Install Operator (CLI)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C546D42B-144E-FA3C-ADD5-C76854EBE1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1679489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84051"/>
            <a:ext cx="2109288" cy="3723836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000000"/>
                </a:solidFill>
              </a:rPr>
              <a:t>Managing Operators</a:t>
            </a:r>
          </a:p>
        </p:txBody>
      </p:sp>
      <p:sp useBgFill="1">
        <p:nvSpPr>
          <p:cNvPr id="19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871" y="648931"/>
            <a:ext cx="5161397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3A95EFDE-A271-711E-EA2A-4AC6A602CC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4290596"/>
              </p:ext>
            </p:extLst>
          </p:nvPr>
        </p:nvGraphicFramePr>
        <p:xfrm>
          <a:off x="3705900" y="992181"/>
          <a:ext cx="4678020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84051"/>
            <a:ext cx="2109288" cy="3723836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000000"/>
                </a:solidFill>
              </a:rPr>
              <a:t>Security Context Constraints (SCC)</a:t>
            </a:r>
          </a:p>
        </p:txBody>
      </p:sp>
      <p:sp useBgFill="1">
        <p:nvSpPr>
          <p:cNvPr id="19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871" y="648931"/>
            <a:ext cx="5161397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278D11-750E-216A-3977-09005F18E6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062860"/>
              </p:ext>
            </p:extLst>
          </p:nvPr>
        </p:nvGraphicFramePr>
        <p:xfrm>
          <a:off x="3705900" y="992181"/>
          <a:ext cx="4678020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7698" y="-12875"/>
            <a:ext cx="1953297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70459" y="0"/>
            <a:ext cx="1827609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t>Hands-on: SCC</a:t>
            </a:r>
          </a:p>
        </p:txBody>
      </p:sp>
      <p:pic>
        <p:nvPicPr>
          <p:cNvPr id="5" name="Picture 4" descr="Hand with red strings">
            <a:extLst>
              <a:ext uri="{FF2B5EF4-FFF2-40B4-BE49-F238E27FC236}">
                <a16:creationId xmlns:a16="http://schemas.microsoft.com/office/drawing/2014/main" id="{D1BD14BE-069E-C447-B6A4-43FD7CC29D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367" r="35381" b="-1"/>
          <a:stretch>
            <a:fillRect/>
          </a:stretch>
        </p:blipFill>
        <p:spPr>
          <a:xfrm>
            <a:off x="20" y="10"/>
            <a:ext cx="2594352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900" y="2048933"/>
            <a:ext cx="5744367" cy="3742267"/>
          </a:xfrm>
        </p:spPr>
        <p:txBody>
          <a:bodyPr>
            <a:normAutofit/>
          </a:bodyPr>
          <a:lstStyle/>
          <a:p>
            <a:r>
              <a:t>oc get scc</a:t>
            </a:r>
          </a:p>
          <a:p>
            <a:r>
              <a:t>oc describe scc restricted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34097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1938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3493" y="755904"/>
            <a:ext cx="5783269" cy="3084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Fix SCC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3" y="3266661"/>
            <a:ext cx="5838131" cy="5928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100" dirty="0" err="1"/>
              <a:t>oc</a:t>
            </a:r>
            <a:r>
              <a:rPr lang="en-US" sz="2100" dirty="0"/>
              <a:t> </a:t>
            </a:r>
            <a:r>
              <a:rPr lang="en-US" sz="2100" dirty="0" err="1"/>
              <a:t>adm</a:t>
            </a:r>
            <a:r>
              <a:rPr lang="en-US" sz="2100" dirty="0"/>
              <a:t> policy add-</a:t>
            </a:r>
            <a:r>
              <a:rPr lang="en-US" sz="2100" dirty="0" err="1"/>
              <a:t>scc</a:t>
            </a:r>
            <a:r>
              <a:rPr lang="en-US" sz="2100" dirty="0"/>
              <a:t>-to-user </a:t>
            </a:r>
            <a:r>
              <a:rPr lang="en-US" sz="2100" dirty="0" err="1"/>
              <a:t>anyuid</a:t>
            </a:r>
            <a:r>
              <a:rPr lang="en-US" sz="2100" dirty="0"/>
              <a:t> -z default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37DCD-0BCB-158E-B065-BC7094D01E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83" r="36919"/>
          <a:stretch>
            <a:fillRect/>
          </a:stretch>
        </p:blipFill>
        <p:spPr>
          <a:xfrm>
            <a:off x="5169693" y="10"/>
            <a:ext cx="397430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4570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060" y="685800"/>
            <a:ext cx="3945510" cy="1752599"/>
          </a:xfrm>
        </p:spPr>
        <p:txBody>
          <a:bodyPr>
            <a:normAutofit/>
          </a:bodyPr>
          <a:lstStyle/>
          <a:p>
            <a:pPr algn="l"/>
            <a:r>
              <a:t>RBAC &amp; API Access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1" y="2666999"/>
            <a:ext cx="3945510" cy="3124201"/>
          </a:xfrm>
        </p:spPr>
        <p:txBody>
          <a:bodyPr>
            <a:normAutofit/>
          </a:bodyPr>
          <a:lstStyle/>
          <a:p>
            <a:r>
              <a:rPr lang="en-US" sz="1700"/>
              <a:t>ServiceAccount + Role + RoleBinding</a:t>
            </a:r>
          </a:p>
          <a:p>
            <a:r>
              <a:rPr lang="en-US" sz="1700"/>
              <a:t>Controls pod access to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34097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1938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3493" y="755904"/>
            <a:ext cx="5783269" cy="3084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CronJobs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3739" y="3637722"/>
            <a:ext cx="4677885" cy="21643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100" dirty="0"/>
              <a:t>Used for backups, cleanup, maintenance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7698" y="-12875"/>
            <a:ext cx="1953297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70459" y="0"/>
            <a:ext cx="1827609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t>Hands-on: CronJob</a:t>
            </a:r>
          </a:p>
        </p:txBody>
      </p:sp>
      <p:pic>
        <p:nvPicPr>
          <p:cNvPr id="5" name="Picture 4" descr="Hands on keyboard and mouse">
            <a:extLst>
              <a:ext uri="{FF2B5EF4-FFF2-40B4-BE49-F238E27FC236}">
                <a16:creationId xmlns:a16="http://schemas.microsoft.com/office/drawing/2014/main" id="{322CBB74-CFD8-BBE3-8299-F38989C8B2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00" r="29349" b="-1"/>
          <a:stretch>
            <a:fillRect/>
          </a:stretch>
        </p:blipFill>
        <p:spPr>
          <a:xfrm>
            <a:off x="20" y="10"/>
            <a:ext cx="2594352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900" y="2048933"/>
            <a:ext cx="5744367" cy="3742267"/>
          </a:xfrm>
        </p:spPr>
        <p:txBody>
          <a:bodyPr>
            <a:normAutofit/>
          </a:bodyPr>
          <a:lstStyle/>
          <a:p>
            <a:r>
              <a:t>Create cronjob yaml</a:t>
            </a:r>
          </a:p>
          <a:p>
            <a:r>
              <a:t>oc apply -f cronjob.yaml</a:t>
            </a:r>
          </a:p>
          <a:p>
            <a:r>
              <a:t>oc get jobs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OpenShift Updates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260C6A71-423B-3F90-5CBF-5AF1928A75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5774506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7698" y="-12875"/>
            <a:ext cx="1953297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70459" y="0"/>
            <a:ext cx="1827609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t>Operator Updates</a:t>
            </a:r>
          </a:p>
        </p:txBody>
      </p:sp>
      <p:pic>
        <p:nvPicPr>
          <p:cNvPr id="5" name="Picture 4" descr="Hands on keyboard and mouse">
            <a:extLst>
              <a:ext uri="{FF2B5EF4-FFF2-40B4-BE49-F238E27FC236}">
                <a16:creationId xmlns:a16="http://schemas.microsoft.com/office/drawing/2014/main" id="{1C0CFFAA-7C33-0B59-BBE4-9493BDE559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00" r="29349" b="-1"/>
          <a:stretch>
            <a:fillRect/>
          </a:stretch>
        </p:blipFill>
        <p:spPr>
          <a:xfrm>
            <a:off x="20" y="10"/>
            <a:ext cx="2594352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900" y="2048933"/>
            <a:ext cx="5744367" cy="3742267"/>
          </a:xfrm>
        </p:spPr>
        <p:txBody>
          <a:bodyPr>
            <a:normAutofit/>
          </a:bodyPr>
          <a:lstStyle/>
          <a:p>
            <a:r>
              <a:t>Handled via Subscription</a:t>
            </a:r>
          </a:p>
          <a:p>
            <a:r>
              <a:t>oc get subscription -A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 descr="Circuit board">
            <a:extLst>
              <a:ext uri="{FF2B5EF4-FFF2-40B4-BE49-F238E27FC236}">
                <a16:creationId xmlns:a16="http://schemas.microsoft.com/office/drawing/2014/main" id="{F7305CDB-7197-DA62-8F6D-AFE722AF24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76" r="18741" b="-1"/>
          <a:stretch>
            <a:fillRect/>
          </a:stretch>
        </p:blipFill>
        <p:spPr>
          <a:xfrm>
            <a:off x="5169693" y="10"/>
            <a:ext cx="397430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4570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060" y="685800"/>
            <a:ext cx="3945510" cy="1752599"/>
          </a:xfrm>
        </p:spPr>
        <p:txBody>
          <a:bodyPr>
            <a:normAutofit/>
          </a:bodyPr>
          <a:lstStyle/>
          <a:p>
            <a:pPr algn="l"/>
            <a:r>
              <a:rPr lang="en-US"/>
              <a:t>Deprecated API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1" y="2666999"/>
            <a:ext cx="3945510" cy="3124201"/>
          </a:xfrm>
        </p:spPr>
        <p:txBody>
          <a:bodyPr>
            <a:normAutofit/>
          </a:bodyPr>
          <a:lstStyle/>
          <a:p>
            <a:r>
              <a:rPr lang="en-US" sz="1700"/>
              <a:t>oc get apirequests -A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End-to-End Lab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560AC059-FE82-51C5-8B95-C7ABA26EA4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6976989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84" y="685801"/>
            <a:ext cx="2057400" cy="5105400"/>
          </a:xfrm>
        </p:spPr>
        <p:txBody>
          <a:bodyPr>
            <a:normAutofit/>
          </a:bodyPr>
          <a:lstStyle/>
          <a:p>
            <a:pPr algn="l"/>
            <a:r>
              <a:rPr lang="en-US" sz="2800">
                <a:solidFill>
                  <a:srgbClr val="FFFFFF"/>
                </a:solidFill>
              </a:rPr>
              <a:t>Common Issues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7829" y="685801"/>
            <a:ext cx="4789439" cy="5105400"/>
          </a:xfrm>
        </p:spPr>
        <p:txBody>
          <a:bodyPr>
            <a:normAutofit/>
          </a:bodyPr>
          <a:lstStyle/>
          <a:p>
            <a:r>
              <a:rPr lang="en-US" sz="1700"/>
              <a:t>Operator stuck → check InstallPlan</a:t>
            </a:r>
          </a:p>
          <a:p>
            <a:r>
              <a:rPr lang="en-US" sz="1700"/>
              <a:t>Pod fails → SCC issue</a:t>
            </a:r>
          </a:p>
          <a:p>
            <a:r>
              <a:rPr lang="en-US" sz="1700"/>
              <a:t>CronJob not running → schedule</a:t>
            </a:r>
          </a:p>
          <a:p>
            <a:r>
              <a:rPr lang="en-US" sz="1700"/>
              <a:t>Upgrade fails → deprecated APIs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</TotalTime>
  <Words>300</Words>
  <Application>Microsoft Office PowerPoint</Application>
  <PresentationFormat>On-screen Show (4:3)</PresentationFormat>
  <Paragraphs>87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Corbel</vt:lpstr>
      <vt:lpstr>Parallax</vt:lpstr>
      <vt:lpstr>Day 4: OpenShift Advanced Topics</vt:lpstr>
      <vt:lpstr>Agenda</vt:lpstr>
      <vt:lpstr>What is an Operator?</vt:lpstr>
      <vt:lpstr>Why Operators?</vt:lpstr>
      <vt:lpstr>Operator Lifecycle Manager (OLM)</vt:lpstr>
      <vt:lpstr>OLM Flow</vt:lpstr>
      <vt:lpstr>Hands-on: View Operators</vt:lpstr>
      <vt:lpstr>Install Operator (Web Console)</vt:lpstr>
      <vt:lpstr>Install Operator (CLI)</vt:lpstr>
      <vt:lpstr>Managing Operators</vt:lpstr>
      <vt:lpstr>Security Context Constraints (SCC)</vt:lpstr>
      <vt:lpstr>Hands-on: SCC</vt:lpstr>
      <vt:lpstr>Fix SCC Issues</vt:lpstr>
      <vt:lpstr>RBAC &amp; API Access</vt:lpstr>
      <vt:lpstr>CronJobs</vt:lpstr>
      <vt:lpstr>Hands-on: CronJob</vt:lpstr>
      <vt:lpstr>OpenShift Updates</vt:lpstr>
      <vt:lpstr>Operator Updates</vt:lpstr>
      <vt:lpstr>Deprecated API Detection</vt:lpstr>
      <vt:lpstr>End-to-End Lab</vt:lpstr>
      <vt:lpstr>Common Issues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venkat raman v</dc:creator>
  <cp:keywords/>
  <dc:description>generated using python-pptx</dc:description>
  <cp:lastModifiedBy>Venkatraman Venkatasubramanian</cp:lastModifiedBy>
  <cp:revision>3</cp:revision>
  <dcterms:created xsi:type="dcterms:W3CDTF">2013-01-27T09:14:16Z</dcterms:created>
  <dcterms:modified xsi:type="dcterms:W3CDTF">2026-03-31T20:49:03Z</dcterms:modified>
  <cp:category/>
</cp:coreProperties>
</file>